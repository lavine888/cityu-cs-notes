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793" r:id="rId2"/>
    <p:sldMasterId id="2147483805" r:id="rId3"/>
  </p:sldMasterIdLst>
  <p:notesMasterIdLst>
    <p:notesMasterId r:id="rId59"/>
  </p:notesMasterIdLst>
  <p:handoutMasterIdLst>
    <p:handoutMasterId r:id="rId60"/>
  </p:handoutMasterIdLst>
  <p:sldIdLst>
    <p:sldId id="256" r:id="rId4"/>
    <p:sldId id="318" r:id="rId5"/>
    <p:sldId id="399" r:id="rId6"/>
    <p:sldId id="400" r:id="rId7"/>
    <p:sldId id="370" r:id="rId8"/>
    <p:sldId id="393" r:id="rId9"/>
    <p:sldId id="394" r:id="rId10"/>
    <p:sldId id="397" r:id="rId11"/>
    <p:sldId id="398" r:id="rId12"/>
    <p:sldId id="367" r:id="rId13"/>
    <p:sldId id="403" r:id="rId14"/>
    <p:sldId id="402" r:id="rId15"/>
    <p:sldId id="401" r:id="rId16"/>
    <p:sldId id="405" r:id="rId17"/>
    <p:sldId id="406" r:id="rId18"/>
    <p:sldId id="419" r:id="rId19"/>
    <p:sldId id="420" r:id="rId20"/>
    <p:sldId id="407" r:id="rId21"/>
    <p:sldId id="422" r:id="rId22"/>
    <p:sldId id="421" r:id="rId23"/>
    <p:sldId id="408" r:id="rId24"/>
    <p:sldId id="410" r:id="rId25"/>
    <p:sldId id="411" r:id="rId26"/>
    <p:sldId id="412" r:id="rId27"/>
    <p:sldId id="413" r:id="rId28"/>
    <p:sldId id="409" r:id="rId29"/>
    <p:sldId id="415" r:id="rId30"/>
    <p:sldId id="416" r:id="rId31"/>
    <p:sldId id="414" r:id="rId32"/>
    <p:sldId id="417" r:id="rId33"/>
    <p:sldId id="423" r:id="rId34"/>
    <p:sldId id="404" r:id="rId35"/>
    <p:sldId id="552" r:id="rId36"/>
    <p:sldId id="434" r:id="rId37"/>
    <p:sldId id="425" r:id="rId38"/>
    <p:sldId id="424" r:id="rId39"/>
    <p:sldId id="426" r:id="rId40"/>
    <p:sldId id="427" r:id="rId41"/>
    <p:sldId id="428" r:id="rId42"/>
    <p:sldId id="432" r:id="rId43"/>
    <p:sldId id="435" r:id="rId44"/>
    <p:sldId id="433" r:id="rId45"/>
    <p:sldId id="436" r:id="rId46"/>
    <p:sldId id="430" r:id="rId47"/>
    <p:sldId id="429" r:id="rId48"/>
    <p:sldId id="437" r:id="rId49"/>
    <p:sldId id="438" r:id="rId50"/>
    <p:sldId id="439" r:id="rId51"/>
    <p:sldId id="440" r:id="rId52"/>
    <p:sldId id="441" r:id="rId53"/>
    <p:sldId id="442" r:id="rId54"/>
    <p:sldId id="443" r:id="rId55"/>
    <p:sldId id="444" r:id="rId56"/>
    <p:sldId id="445" r:id="rId57"/>
    <p:sldId id="431" r:id="rId58"/>
  </p:sldIdLst>
  <p:sldSz cx="9144000" cy="6858000" type="letter"/>
  <p:notesSz cx="7150100" cy="9448800"/>
  <p:defaultTextStyle>
    <a:defPPr>
      <a:defRPr lang="en-US"/>
    </a:defPPr>
    <a:lvl1pPr algn="ctr" rtl="0" fontAlgn="base">
      <a:spcBef>
        <a:spcPct val="0"/>
      </a:spcBef>
      <a:spcAft>
        <a:spcPct val="0"/>
      </a:spcAft>
      <a:defRPr sz="2400" kern="1200">
        <a:solidFill>
          <a:schemeClr val="tx1"/>
        </a:solidFill>
        <a:latin typeface="Tahoma" pitchFamily="34" charset="0"/>
        <a:ea typeface="+mn-ea"/>
        <a:cs typeface="+mn-cs"/>
      </a:defRPr>
    </a:lvl1pPr>
    <a:lvl2pPr marL="457200" algn="ctr" rtl="0" fontAlgn="base">
      <a:spcBef>
        <a:spcPct val="0"/>
      </a:spcBef>
      <a:spcAft>
        <a:spcPct val="0"/>
      </a:spcAft>
      <a:defRPr sz="2400" kern="1200">
        <a:solidFill>
          <a:schemeClr val="tx1"/>
        </a:solidFill>
        <a:latin typeface="Tahoma" pitchFamily="34" charset="0"/>
        <a:ea typeface="+mn-ea"/>
        <a:cs typeface="+mn-cs"/>
      </a:defRPr>
    </a:lvl2pPr>
    <a:lvl3pPr marL="914400" algn="ctr" rtl="0" fontAlgn="base">
      <a:spcBef>
        <a:spcPct val="0"/>
      </a:spcBef>
      <a:spcAft>
        <a:spcPct val="0"/>
      </a:spcAft>
      <a:defRPr sz="2400" kern="1200">
        <a:solidFill>
          <a:schemeClr val="tx1"/>
        </a:solidFill>
        <a:latin typeface="Tahoma" pitchFamily="34" charset="0"/>
        <a:ea typeface="+mn-ea"/>
        <a:cs typeface="+mn-cs"/>
      </a:defRPr>
    </a:lvl3pPr>
    <a:lvl4pPr marL="1371600" algn="ctr" rtl="0" fontAlgn="base">
      <a:spcBef>
        <a:spcPct val="0"/>
      </a:spcBef>
      <a:spcAft>
        <a:spcPct val="0"/>
      </a:spcAft>
      <a:defRPr sz="2400" kern="1200">
        <a:solidFill>
          <a:schemeClr val="tx1"/>
        </a:solidFill>
        <a:latin typeface="Tahoma" pitchFamily="34" charset="0"/>
        <a:ea typeface="+mn-ea"/>
        <a:cs typeface="+mn-cs"/>
      </a:defRPr>
    </a:lvl4pPr>
    <a:lvl5pPr marL="1828800" algn="ctr" rtl="0" fontAlgn="base">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99" autoAdjust="0"/>
  </p:normalViewPr>
  <p:slideViewPr>
    <p:cSldViewPr>
      <p:cViewPr varScale="1">
        <p:scale>
          <a:sx n="62" d="100"/>
          <a:sy n="62" d="100"/>
        </p:scale>
        <p:origin x="1404" y="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5" Type="http://schemas.openxmlformats.org/officeDocument/2006/relationships/slide" Target="slides/slide2.xml"/><Relationship Id="rId61" Type="http://schemas.openxmlformats.org/officeDocument/2006/relationships/presProps" Target="presProp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WU Dapeng" userId="766581d8-4b49-4c74-b70d-570e2257b99b" providerId="ADAL" clId="{52B42E9B-040F-4B82-8FFA-4CBF5490DAB6}"/>
    <pc:docChg chg="undo custSel modSld">
      <pc:chgData name="Prof. WU Dapeng" userId="766581d8-4b49-4c74-b70d-570e2257b99b" providerId="ADAL" clId="{52B42E9B-040F-4B82-8FFA-4CBF5490DAB6}" dt="2022-09-30T06:02:21.210" v="4" actId="478"/>
      <pc:docMkLst>
        <pc:docMk/>
      </pc:docMkLst>
      <pc:sldChg chg="addSp delSp modSp mod">
        <pc:chgData name="Prof. WU Dapeng" userId="766581d8-4b49-4c74-b70d-570e2257b99b" providerId="ADAL" clId="{52B42E9B-040F-4B82-8FFA-4CBF5490DAB6}" dt="2022-09-30T06:02:21.210" v="4" actId="478"/>
        <pc:sldMkLst>
          <pc:docMk/>
          <pc:sldMk cId="2620922534" sldId="393"/>
        </pc:sldMkLst>
        <pc:spChg chg="add del mod">
          <ac:chgData name="Prof. WU Dapeng" userId="766581d8-4b49-4c74-b70d-570e2257b99b" providerId="ADAL" clId="{52B42E9B-040F-4B82-8FFA-4CBF5490DAB6}" dt="2022-09-30T06:02:21.210" v="4" actId="478"/>
          <ac:spMkLst>
            <pc:docMk/>
            <pc:sldMk cId="2620922534" sldId="393"/>
            <ac:spMk id="11" creationId="{974A2823-0C29-B50E-2B03-A8271CB2308F}"/>
          </ac:spMkLst>
        </pc:spChg>
        <pc:inkChg chg="add">
          <ac:chgData name="Prof. WU Dapeng" userId="766581d8-4b49-4c74-b70d-570e2257b99b" providerId="ADAL" clId="{52B42E9B-040F-4B82-8FFA-4CBF5490DAB6}" dt="2022-09-26T08:36:20.886" v="0" actId="9405"/>
          <ac:inkMkLst>
            <pc:docMk/>
            <pc:sldMk cId="2620922534" sldId="393"/>
            <ac:inkMk id="10" creationId="{1B80537C-4FDE-1FCE-DFAD-75D4BC4EBCD4}"/>
          </ac:inkMkLst>
        </pc:inkChg>
      </pc:sldChg>
    </pc:docChg>
  </pc:docChgLst>
  <pc:docChgLst>
    <pc:chgData name="Prof. WU Dapeng" userId="766581d8-4b49-4c74-b70d-570e2257b99b" providerId="ADAL" clId="{718BAF0F-170E-4B52-A86E-AA476D4289E8}"/>
    <pc:docChg chg="addSld delSld modSld">
      <pc:chgData name="Prof. WU Dapeng" userId="766581d8-4b49-4c74-b70d-570e2257b99b" providerId="ADAL" clId="{718BAF0F-170E-4B52-A86E-AA476D4289E8}" dt="2023-09-20T08:05:00.292" v="2"/>
      <pc:docMkLst>
        <pc:docMk/>
      </pc:docMkLst>
      <pc:sldChg chg="add">
        <pc:chgData name="Prof. WU Dapeng" userId="766581d8-4b49-4c74-b70d-570e2257b99b" providerId="ADAL" clId="{718BAF0F-170E-4B52-A86E-AA476D4289E8}" dt="2023-09-20T08:03:08.511" v="0"/>
        <pc:sldMkLst>
          <pc:docMk/>
          <pc:sldMk cId="0" sldId="256"/>
        </pc:sldMkLst>
      </pc:sldChg>
      <pc:sldChg chg="del">
        <pc:chgData name="Prof. WU Dapeng" userId="766581d8-4b49-4c74-b70d-570e2257b99b" providerId="ADAL" clId="{718BAF0F-170E-4B52-A86E-AA476D4289E8}" dt="2023-09-20T08:03:21.638" v="1" actId="2696"/>
        <pc:sldMkLst>
          <pc:docMk/>
          <pc:sldMk cId="0" sldId="446"/>
        </pc:sldMkLst>
      </pc:sldChg>
      <pc:sldChg chg="add">
        <pc:chgData name="Prof. WU Dapeng" userId="766581d8-4b49-4c74-b70d-570e2257b99b" providerId="ADAL" clId="{718BAF0F-170E-4B52-A86E-AA476D4289E8}" dt="2023-09-20T08:05:00.292" v="2"/>
        <pc:sldMkLst>
          <pc:docMk/>
          <pc:sldMk cId="814561567" sldId="552"/>
        </pc:sldMkLst>
      </pc:sldChg>
    </pc:docChg>
  </pc:docChgLst>
  <pc:docChgLst>
    <pc:chgData name="Dapeng" userId="766581d8-4b49-4c74-b70d-570e2257b99b" providerId="ADAL" clId="{C75EDFDF-71BB-416C-B18B-DE727BF8A324}"/>
    <pc:docChg chg="modSld">
      <pc:chgData name="Dapeng" userId="766581d8-4b49-4c74-b70d-570e2257b99b" providerId="ADAL" clId="{C75EDFDF-71BB-416C-B18B-DE727BF8A324}" dt="2024-08-30T10:48:39.293" v="7" actId="1076"/>
      <pc:docMkLst>
        <pc:docMk/>
      </pc:docMkLst>
      <pc:sldChg chg="modSp mod">
        <pc:chgData name="Dapeng" userId="766581d8-4b49-4c74-b70d-570e2257b99b" providerId="ADAL" clId="{C75EDFDF-71BB-416C-B18B-DE727BF8A324}" dt="2024-08-30T10:43:29.468" v="3" actId="20577"/>
        <pc:sldMkLst>
          <pc:docMk/>
          <pc:sldMk cId="0" sldId="256"/>
        </pc:sldMkLst>
        <pc:spChg chg="mod">
          <ac:chgData name="Dapeng" userId="766581d8-4b49-4c74-b70d-570e2257b99b" providerId="ADAL" clId="{C75EDFDF-71BB-416C-B18B-DE727BF8A324}" dt="2024-08-30T10:43:29.468" v="3" actId="20577"/>
          <ac:spMkLst>
            <pc:docMk/>
            <pc:sldMk cId="0" sldId="256"/>
            <ac:spMk id="6146" creationId="{2942B7E3-7FAA-EB47-28A9-B7325D3D125F}"/>
          </ac:spMkLst>
        </pc:spChg>
      </pc:sldChg>
      <pc:sldChg chg="addSp modSp mod">
        <pc:chgData name="Dapeng" userId="766581d8-4b49-4c74-b70d-570e2257b99b" providerId="ADAL" clId="{C75EDFDF-71BB-416C-B18B-DE727BF8A324}" dt="2024-08-30T10:48:39.293" v="7" actId="1076"/>
        <pc:sldMkLst>
          <pc:docMk/>
          <pc:sldMk cId="1707877653" sldId="441"/>
        </pc:sldMkLst>
        <pc:picChg chg="add mod">
          <ac:chgData name="Dapeng" userId="766581d8-4b49-4c74-b70d-570e2257b99b" providerId="ADAL" clId="{C75EDFDF-71BB-416C-B18B-DE727BF8A324}" dt="2024-08-30T10:48:39.293" v="7" actId="1076"/>
          <ac:picMkLst>
            <pc:docMk/>
            <pc:sldMk cId="1707877653" sldId="441"/>
            <ac:picMk id="3" creationId="{6B21E322-1802-4D77-98E0-3AE69984D5AA}"/>
          </ac:picMkLst>
        </pc:picChg>
      </pc:sldChg>
    </pc:docChg>
  </pc:docChgLst>
  <pc:docChgLst>
    <pc:chgData name="Prof. WU Dapeng" userId="766581d8-4b49-4c74-b70d-570e2257b99b" providerId="ADAL" clId="{716172C8-F14E-44F7-9E95-1EE56FEAD458}"/>
    <pc:docChg chg="undo custSel addSld delSld modSld">
      <pc:chgData name="Prof. WU Dapeng" userId="766581d8-4b49-4c74-b70d-570e2257b99b" providerId="ADAL" clId="{716172C8-F14E-44F7-9E95-1EE56FEAD458}" dt="2022-08-30T08:17:46.305" v="5" actId="47"/>
      <pc:docMkLst>
        <pc:docMk/>
      </pc:docMkLst>
      <pc:sldChg chg="addSp delSp del mod">
        <pc:chgData name="Prof. WU Dapeng" userId="766581d8-4b49-4c74-b70d-570e2257b99b" providerId="ADAL" clId="{716172C8-F14E-44F7-9E95-1EE56FEAD458}" dt="2022-08-30T08:17:46.305" v="5" actId="47"/>
        <pc:sldMkLst>
          <pc:docMk/>
          <pc:sldMk cId="0" sldId="256"/>
        </pc:sldMkLst>
        <pc:spChg chg="add del">
          <ac:chgData name="Prof. WU Dapeng" userId="766581d8-4b49-4c74-b70d-570e2257b99b" providerId="ADAL" clId="{716172C8-F14E-44F7-9E95-1EE56FEAD458}" dt="2022-08-30T08:16:30.962" v="1" actId="22"/>
          <ac:spMkLst>
            <pc:docMk/>
            <pc:sldMk cId="0" sldId="256"/>
            <ac:spMk id="3" creationId="{E544740D-AC5A-0E3F-8405-B4AEC34961E7}"/>
          </ac:spMkLst>
        </pc:spChg>
      </pc:sldChg>
      <pc:sldChg chg="modSp add mod">
        <pc:chgData name="Prof. WU Dapeng" userId="766581d8-4b49-4c74-b70d-570e2257b99b" providerId="ADAL" clId="{716172C8-F14E-44F7-9E95-1EE56FEAD458}" dt="2022-08-30T08:17:35.705" v="4"/>
        <pc:sldMkLst>
          <pc:docMk/>
          <pc:sldMk cId="0" sldId="446"/>
        </pc:sldMkLst>
        <pc:spChg chg="mod">
          <ac:chgData name="Prof. WU Dapeng" userId="766581d8-4b49-4c74-b70d-570e2257b99b" providerId="ADAL" clId="{716172C8-F14E-44F7-9E95-1EE56FEAD458}" dt="2022-08-30T08:17:35.705" v="4"/>
          <ac:spMkLst>
            <pc:docMk/>
            <pc:sldMk cId="0" sldId="446"/>
            <ac:spMk id="3075" creationId="{00000000-0000-0000-0000-000000000000}"/>
          </ac:spMkLst>
        </pc:spChg>
      </pc:sldChg>
    </pc:docChg>
  </pc:docChgLst>
  <pc:docChgLst>
    <pc:chgData name="Prof. WU Dapeng" userId="766581d8-4b49-4c74-b70d-570e2257b99b" providerId="ADAL" clId="{833471FD-C3EE-4D74-B08C-64A1981F1939}"/>
    <pc:docChg chg="modSld">
      <pc:chgData name="Prof. WU Dapeng" userId="766581d8-4b49-4c74-b70d-570e2257b99b" providerId="ADAL" clId="{833471FD-C3EE-4D74-B08C-64A1981F1939}" dt="2025-09-13T10:57:10.972" v="2" actId="20577"/>
      <pc:docMkLst>
        <pc:docMk/>
      </pc:docMkLst>
      <pc:sldChg chg="modSp mod">
        <pc:chgData name="Prof. WU Dapeng" userId="766581d8-4b49-4c74-b70d-570e2257b99b" providerId="ADAL" clId="{833471FD-C3EE-4D74-B08C-64A1981F1939}" dt="2025-09-13T10:57:10.972" v="2" actId="20577"/>
        <pc:sldMkLst>
          <pc:docMk/>
          <pc:sldMk cId="0" sldId="256"/>
        </pc:sldMkLst>
        <pc:spChg chg="mod">
          <ac:chgData name="Prof. WU Dapeng" userId="766581d8-4b49-4c74-b70d-570e2257b99b" providerId="ADAL" clId="{833471FD-C3EE-4D74-B08C-64A1981F1939}" dt="2025-09-13T10:57:10.972" v="2" actId="20577"/>
          <ac:spMkLst>
            <pc:docMk/>
            <pc:sldMk cId="0" sldId="256"/>
            <ac:spMk id="6146" creationId="{2942B7E3-7FAA-EB47-28A9-B7325D3D125F}"/>
          </ac:spMkLst>
        </pc:spChg>
      </pc:sldChg>
    </pc:docChg>
  </pc:docChgLst>
  <pc:docChgLst>
    <pc:chgData name="Prof. WU Dapeng" userId="766581d8-4b49-4c74-b70d-570e2257b99b" providerId="ADAL" clId="{F036AB63-E543-4F51-9425-478B57228976}"/>
    <pc:docChg chg="undo custSel modSld">
      <pc:chgData name="Prof. WU Dapeng" userId="766581d8-4b49-4c74-b70d-570e2257b99b" providerId="ADAL" clId="{F036AB63-E543-4F51-9425-478B57228976}" dt="2025-09-18T10:44:03.426" v="168" actId="1076"/>
      <pc:docMkLst>
        <pc:docMk/>
      </pc:docMkLst>
      <pc:sldChg chg="modSp mod">
        <pc:chgData name="Prof. WU Dapeng" userId="766581d8-4b49-4c74-b70d-570e2257b99b" providerId="ADAL" clId="{F036AB63-E543-4F51-9425-478B57228976}" dt="2025-09-18T10:44:03.426" v="168" actId="1076"/>
        <pc:sldMkLst>
          <pc:docMk/>
          <pc:sldMk cId="172685593" sldId="394"/>
        </pc:sldMkLst>
        <pc:spChg chg="mod">
          <ac:chgData name="Prof. WU Dapeng" userId="766581d8-4b49-4c74-b70d-570e2257b99b" providerId="ADAL" clId="{F036AB63-E543-4F51-9425-478B57228976}" dt="2025-09-18T10:43:31.082" v="163" actId="1035"/>
          <ac:spMkLst>
            <pc:docMk/>
            <pc:sldMk cId="172685593" sldId="394"/>
            <ac:spMk id="8" creationId="{00000000-0000-0000-0000-000000000000}"/>
          </ac:spMkLst>
        </pc:spChg>
        <pc:spChg chg="mod">
          <ac:chgData name="Prof. WU Dapeng" userId="766581d8-4b49-4c74-b70d-570e2257b99b" providerId="ADAL" clId="{F036AB63-E543-4F51-9425-478B57228976}" dt="2025-09-18T10:43:14.010" v="158" actId="1035"/>
          <ac:spMkLst>
            <pc:docMk/>
            <pc:sldMk cId="172685593" sldId="394"/>
            <ac:spMk id="18" creationId="{00000000-0000-0000-0000-000000000000}"/>
          </ac:spMkLst>
        </pc:spChg>
        <pc:spChg chg="mod">
          <ac:chgData name="Prof. WU Dapeng" userId="766581d8-4b49-4c74-b70d-570e2257b99b" providerId="ADAL" clId="{F036AB63-E543-4F51-9425-478B57228976}" dt="2025-09-18T10:44:03.426" v="168" actId="1076"/>
          <ac:spMkLst>
            <pc:docMk/>
            <pc:sldMk cId="172685593" sldId="394"/>
            <ac:spMk id="19" creationId="{00000000-0000-0000-0000-000000000000}"/>
          </ac:spMkLst>
        </pc:spChg>
        <pc:spChg chg="mod">
          <ac:chgData name="Prof. WU Dapeng" userId="766581d8-4b49-4c74-b70d-570e2257b99b" providerId="ADAL" clId="{F036AB63-E543-4F51-9425-478B57228976}" dt="2025-09-18T10:43:55.583" v="167" actId="1036"/>
          <ac:spMkLst>
            <pc:docMk/>
            <pc:sldMk cId="172685593" sldId="394"/>
            <ac:spMk id="20" creationId="{00000000-0000-0000-0000-000000000000}"/>
          </ac:spMkLst>
        </pc:spChg>
        <pc:spChg chg="mod">
          <ac:chgData name="Prof. WU Dapeng" userId="766581d8-4b49-4c74-b70d-570e2257b99b" providerId="ADAL" clId="{F036AB63-E543-4F51-9425-478B57228976}" dt="2025-09-18T10:43:38.317" v="165" actId="1036"/>
          <ac:spMkLst>
            <pc:docMk/>
            <pc:sldMk cId="172685593" sldId="394"/>
            <ac:spMk id="22" creationId="{00000000-0000-0000-0000-000000000000}"/>
          </ac:spMkLst>
        </pc:spChg>
        <pc:spChg chg="mod">
          <ac:chgData name="Prof. WU Dapeng" userId="766581d8-4b49-4c74-b70d-570e2257b99b" providerId="ADAL" clId="{F036AB63-E543-4F51-9425-478B57228976}" dt="2025-09-18T10:42:51.385" v="154" actId="207"/>
          <ac:spMkLst>
            <pc:docMk/>
            <pc:sldMk cId="172685593" sldId="394"/>
            <ac:spMk id="1331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3098800" cy="473075"/>
          </a:xfrm>
          <a:prstGeom prst="rect">
            <a:avLst/>
          </a:prstGeom>
          <a:noFill/>
          <a:ln w="9525">
            <a:noFill/>
            <a:miter lim="800000"/>
            <a:headEnd/>
            <a:tailEnd/>
          </a:ln>
          <a:effectLst/>
        </p:spPr>
        <p:txBody>
          <a:bodyPr vert="horz" wrap="square" lIns="94836" tIns="47417" rIns="94836" bIns="47417" numCol="1" anchor="t" anchorCtr="0" compatLnSpc="1">
            <a:prstTxWarp prst="textNoShape">
              <a:avLst/>
            </a:prstTxWarp>
          </a:bodyPr>
          <a:lstStyle>
            <a:lvl1pPr algn="l" defTabSz="947738">
              <a:defRPr sz="1200">
                <a:latin typeface="Times New Roman" pitchFamily="18" charset="0"/>
              </a:defRPr>
            </a:lvl1pPr>
          </a:lstStyle>
          <a:p>
            <a:pPr>
              <a:defRPr/>
            </a:pPr>
            <a:endParaRPr lang="en-US"/>
          </a:p>
        </p:txBody>
      </p:sp>
      <p:sp>
        <p:nvSpPr>
          <p:cNvPr id="41987" name="Rectangle 3"/>
          <p:cNvSpPr>
            <a:spLocks noGrp="1" noChangeArrowheads="1"/>
          </p:cNvSpPr>
          <p:nvPr>
            <p:ph type="dt" sz="quarter" idx="1"/>
          </p:nvPr>
        </p:nvSpPr>
        <p:spPr bwMode="auto">
          <a:xfrm>
            <a:off x="4051300" y="0"/>
            <a:ext cx="3098800" cy="473075"/>
          </a:xfrm>
          <a:prstGeom prst="rect">
            <a:avLst/>
          </a:prstGeom>
          <a:noFill/>
          <a:ln w="9525">
            <a:noFill/>
            <a:miter lim="800000"/>
            <a:headEnd/>
            <a:tailEnd/>
          </a:ln>
          <a:effectLst/>
        </p:spPr>
        <p:txBody>
          <a:bodyPr vert="horz" wrap="square" lIns="94836" tIns="47417" rIns="94836" bIns="47417" numCol="1" anchor="t" anchorCtr="0" compatLnSpc="1">
            <a:prstTxWarp prst="textNoShape">
              <a:avLst/>
            </a:prstTxWarp>
          </a:bodyPr>
          <a:lstStyle>
            <a:lvl1pPr algn="r" defTabSz="947738">
              <a:defRPr sz="1200">
                <a:latin typeface="Times New Roman" pitchFamily="18" charset="0"/>
              </a:defRPr>
            </a:lvl1pPr>
          </a:lstStyle>
          <a:p>
            <a:pPr>
              <a:defRPr/>
            </a:pPr>
            <a:endParaRPr lang="en-US"/>
          </a:p>
        </p:txBody>
      </p:sp>
      <p:sp>
        <p:nvSpPr>
          <p:cNvPr id="41988" name="Rectangle 4"/>
          <p:cNvSpPr>
            <a:spLocks noGrp="1" noChangeArrowheads="1"/>
          </p:cNvSpPr>
          <p:nvPr>
            <p:ph type="ftr" sz="quarter" idx="2"/>
          </p:nvPr>
        </p:nvSpPr>
        <p:spPr bwMode="auto">
          <a:xfrm>
            <a:off x="0" y="8975725"/>
            <a:ext cx="3098800" cy="473075"/>
          </a:xfrm>
          <a:prstGeom prst="rect">
            <a:avLst/>
          </a:prstGeom>
          <a:noFill/>
          <a:ln w="9525">
            <a:noFill/>
            <a:miter lim="800000"/>
            <a:headEnd/>
            <a:tailEnd/>
          </a:ln>
          <a:effectLst/>
        </p:spPr>
        <p:txBody>
          <a:bodyPr vert="horz" wrap="square" lIns="94836" tIns="47417" rIns="94836" bIns="47417" numCol="1" anchor="b" anchorCtr="0" compatLnSpc="1">
            <a:prstTxWarp prst="textNoShape">
              <a:avLst/>
            </a:prstTxWarp>
          </a:bodyPr>
          <a:lstStyle>
            <a:lvl1pPr algn="l" defTabSz="947738">
              <a:defRPr sz="1200">
                <a:latin typeface="Times New Roman" pitchFamily="18" charset="0"/>
              </a:defRPr>
            </a:lvl1pPr>
          </a:lstStyle>
          <a:p>
            <a:pPr>
              <a:defRPr/>
            </a:pPr>
            <a:endParaRPr lang="en-US"/>
          </a:p>
        </p:txBody>
      </p:sp>
      <p:sp>
        <p:nvSpPr>
          <p:cNvPr id="41989" name="Rectangle 5"/>
          <p:cNvSpPr>
            <a:spLocks noGrp="1" noChangeArrowheads="1"/>
          </p:cNvSpPr>
          <p:nvPr>
            <p:ph type="sldNum" sz="quarter" idx="3"/>
          </p:nvPr>
        </p:nvSpPr>
        <p:spPr bwMode="auto">
          <a:xfrm>
            <a:off x="4051300" y="8975725"/>
            <a:ext cx="3098800" cy="473075"/>
          </a:xfrm>
          <a:prstGeom prst="rect">
            <a:avLst/>
          </a:prstGeom>
          <a:noFill/>
          <a:ln w="9525">
            <a:noFill/>
            <a:miter lim="800000"/>
            <a:headEnd/>
            <a:tailEnd/>
          </a:ln>
          <a:effectLst/>
        </p:spPr>
        <p:txBody>
          <a:bodyPr vert="horz" wrap="square" lIns="94836" tIns="47417" rIns="94836" bIns="47417" numCol="1" anchor="b" anchorCtr="0" compatLnSpc="1">
            <a:prstTxWarp prst="textNoShape">
              <a:avLst/>
            </a:prstTxWarp>
          </a:bodyPr>
          <a:lstStyle>
            <a:lvl1pPr algn="r" defTabSz="947738">
              <a:defRPr sz="1200">
                <a:latin typeface="Times New Roman" pitchFamily="18" charset="0"/>
              </a:defRPr>
            </a:lvl1pPr>
          </a:lstStyle>
          <a:p>
            <a:pPr>
              <a:defRPr/>
            </a:pPr>
            <a:fld id="{000F8EA4-3A8A-4A36-BA86-F2FD1EF246E8}" type="slidenum">
              <a:rPr lang="en-US"/>
              <a:pPr>
                <a:defRPr/>
              </a:pPr>
              <a:t>‹#›</a:t>
            </a:fld>
            <a:endParaRPr lang="en-US"/>
          </a:p>
        </p:txBody>
      </p:sp>
    </p:spTree>
    <p:extLst>
      <p:ext uri="{BB962C8B-B14F-4D97-AF65-F5344CB8AC3E}">
        <p14:creationId xmlns:p14="http://schemas.microsoft.com/office/powerpoint/2010/main" val="1914265853"/>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9-26T08:36:20.879"/>
    </inkml:context>
    <inkml:brush xml:id="br0">
      <inkml:brushProperty name="width" value="0.05" units="cm"/>
      <inkml:brushProperty name="height" value="0.05" units="cm"/>
    </inkml:brush>
  </inkml:definitions>
  <inkml:trace contextRef="#ctx0" brushRef="#br0">90 0 15355 0 0,'-20'9'720'0'0,"6"0"-159"0"0,0-3-1 0 0,1 2-112 0 0,1-4-112 0 0,4 2-168 0 0,4-1-56 0 0,1-2-248 0 0,1-2-72 0 0,4 2-280 0 0,4-1-280 0 0,9-2 31 0 0,4-2-359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ChangeArrowheads="1"/>
          </p:cNvSpPr>
          <p:nvPr>
            <p:ph type="hdr" sz="quarter"/>
          </p:nvPr>
        </p:nvSpPr>
        <p:spPr bwMode="auto">
          <a:xfrm>
            <a:off x="0" y="0"/>
            <a:ext cx="3098800" cy="473075"/>
          </a:xfrm>
          <a:prstGeom prst="rect">
            <a:avLst/>
          </a:prstGeom>
          <a:noFill/>
          <a:ln w="9525">
            <a:noFill/>
            <a:miter lim="800000"/>
            <a:headEnd/>
            <a:tailEnd/>
          </a:ln>
          <a:effectLst/>
        </p:spPr>
        <p:txBody>
          <a:bodyPr vert="horz" wrap="square" lIns="94836" tIns="47417" rIns="94836" bIns="47417" numCol="1" anchor="t" anchorCtr="0" compatLnSpc="1">
            <a:prstTxWarp prst="textNoShape">
              <a:avLst/>
            </a:prstTxWarp>
          </a:bodyPr>
          <a:lstStyle>
            <a:lvl1pPr algn="l" defTabSz="947738">
              <a:defRPr sz="1200">
                <a:latin typeface="Times New Roman" pitchFamily="18" charset="0"/>
              </a:defRPr>
            </a:lvl1pPr>
          </a:lstStyle>
          <a:p>
            <a:pPr>
              <a:defRPr/>
            </a:pPr>
            <a:endParaRPr lang="en-US"/>
          </a:p>
        </p:txBody>
      </p:sp>
      <p:sp>
        <p:nvSpPr>
          <p:cNvPr id="53251" name="Rectangle 3"/>
          <p:cNvSpPr>
            <a:spLocks noGrp="1" noChangeArrowheads="1"/>
          </p:cNvSpPr>
          <p:nvPr>
            <p:ph type="dt" idx="1"/>
          </p:nvPr>
        </p:nvSpPr>
        <p:spPr bwMode="auto">
          <a:xfrm>
            <a:off x="4051300" y="0"/>
            <a:ext cx="3098800" cy="473075"/>
          </a:xfrm>
          <a:prstGeom prst="rect">
            <a:avLst/>
          </a:prstGeom>
          <a:noFill/>
          <a:ln w="9525">
            <a:noFill/>
            <a:miter lim="800000"/>
            <a:headEnd/>
            <a:tailEnd/>
          </a:ln>
          <a:effectLst/>
        </p:spPr>
        <p:txBody>
          <a:bodyPr vert="horz" wrap="square" lIns="94836" tIns="47417" rIns="94836" bIns="47417" numCol="1" anchor="t" anchorCtr="0" compatLnSpc="1">
            <a:prstTxWarp prst="textNoShape">
              <a:avLst/>
            </a:prstTxWarp>
          </a:bodyPr>
          <a:lstStyle>
            <a:lvl1pPr algn="r" defTabSz="947738">
              <a:defRPr sz="1200">
                <a:latin typeface="Times New Roman" pitchFamily="18" charset="0"/>
              </a:defRPr>
            </a:lvl1pPr>
          </a:lstStyle>
          <a:p>
            <a:pPr>
              <a:defRPr/>
            </a:pPr>
            <a:endParaRPr lang="en-US"/>
          </a:p>
        </p:txBody>
      </p:sp>
      <p:sp>
        <p:nvSpPr>
          <p:cNvPr id="41988" name="Rectangle 4"/>
          <p:cNvSpPr>
            <a:spLocks noGrp="1" noRot="1" noChangeAspect="1" noChangeArrowheads="1" noTextEdit="1"/>
          </p:cNvSpPr>
          <p:nvPr>
            <p:ph type="sldImg" idx="2"/>
          </p:nvPr>
        </p:nvSpPr>
        <p:spPr bwMode="auto">
          <a:xfrm>
            <a:off x="1212850" y="708025"/>
            <a:ext cx="4724400" cy="3543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p:cNvSpPr>
            <a:spLocks noGrp="1" noChangeArrowheads="1"/>
          </p:cNvSpPr>
          <p:nvPr>
            <p:ph type="body" sz="quarter" idx="3"/>
          </p:nvPr>
        </p:nvSpPr>
        <p:spPr bwMode="auto">
          <a:xfrm>
            <a:off x="954088" y="4487863"/>
            <a:ext cx="5241925" cy="4252912"/>
          </a:xfrm>
          <a:prstGeom prst="rect">
            <a:avLst/>
          </a:prstGeom>
          <a:noFill/>
          <a:ln w="9525">
            <a:noFill/>
            <a:miter lim="800000"/>
            <a:headEnd/>
            <a:tailEnd/>
          </a:ln>
          <a:effectLst/>
        </p:spPr>
        <p:txBody>
          <a:bodyPr vert="horz" wrap="square" lIns="94836" tIns="47417" rIns="94836" bIns="4741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p:cNvSpPr>
            <a:spLocks noGrp="1" noChangeArrowheads="1"/>
          </p:cNvSpPr>
          <p:nvPr>
            <p:ph type="ftr" sz="quarter" idx="4"/>
          </p:nvPr>
        </p:nvSpPr>
        <p:spPr bwMode="auto">
          <a:xfrm>
            <a:off x="0" y="8975725"/>
            <a:ext cx="3098800" cy="473075"/>
          </a:xfrm>
          <a:prstGeom prst="rect">
            <a:avLst/>
          </a:prstGeom>
          <a:noFill/>
          <a:ln w="9525">
            <a:noFill/>
            <a:miter lim="800000"/>
            <a:headEnd/>
            <a:tailEnd/>
          </a:ln>
          <a:effectLst/>
        </p:spPr>
        <p:txBody>
          <a:bodyPr vert="horz" wrap="square" lIns="94836" tIns="47417" rIns="94836" bIns="47417" numCol="1" anchor="b" anchorCtr="0" compatLnSpc="1">
            <a:prstTxWarp prst="textNoShape">
              <a:avLst/>
            </a:prstTxWarp>
          </a:bodyPr>
          <a:lstStyle>
            <a:lvl1pPr algn="l" defTabSz="947738">
              <a:defRPr sz="1200">
                <a:latin typeface="Times New Roman" pitchFamily="18" charset="0"/>
              </a:defRPr>
            </a:lvl1pPr>
          </a:lstStyle>
          <a:p>
            <a:pPr>
              <a:defRPr/>
            </a:pPr>
            <a:endParaRPr lang="en-US"/>
          </a:p>
        </p:txBody>
      </p:sp>
      <p:sp>
        <p:nvSpPr>
          <p:cNvPr id="53255" name="Rectangle 7"/>
          <p:cNvSpPr>
            <a:spLocks noGrp="1" noChangeArrowheads="1"/>
          </p:cNvSpPr>
          <p:nvPr>
            <p:ph type="sldNum" sz="quarter" idx="5"/>
          </p:nvPr>
        </p:nvSpPr>
        <p:spPr bwMode="auto">
          <a:xfrm>
            <a:off x="4051300" y="8975725"/>
            <a:ext cx="3098800" cy="473075"/>
          </a:xfrm>
          <a:prstGeom prst="rect">
            <a:avLst/>
          </a:prstGeom>
          <a:noFill/>
          <a:ln w="9525">
            <a:noFill/>
            <a:miter lim="800000"/>
            <a:headEnd/>
            <a:tailEnd/>
          </a:ln>
          <a:effectLst/>
        </p:spPr>
        <p:txBody>
          <a:bodyPr vert="horz" wrap="square" lIns="94836" tIns="47417" rIns="94836" bIns="47417" numCol="1" anchor="b" anchorCtr="0" compatLnSpc="1">
            <a:prstTxWarp prst="textNoShape">
              <a:avLst/>
            </a:prstTxWarp>
          </a:bodyPr>
          <a:lstStyle>
            <a:lvl1pPr algn="r" defTabSz="947738">
              <a:defRPr sz="1200">
                <a:latin typeface="Times New Roman" pitchFamily="18" charset="0"/>
              </a:defRPr>
            </a:lvl1pPr>
          </a:lstStyle>
          <a:p>
            <a:pPr>
              <a:defRPr/>
            </a:pPr>
            <a:fld id="{26BF04B0-5A07-4896-8F2E-03A081E55AF1}" type="slidenum">
              <a:rPr lang="en-US"/>
              <a:pPr>
                <a:defRPr/>
              </a:pPr>
              <a:t>‹#›</a:t>
            </a:fld>
            <a:endParaRPr lang="en-US"/>
          </a:p>
        </p:txBody>
      </p:sp>
    </p:spTree>
    <p:extLst>
      <p:ext uri="{BB962C8B-B14F-4D97-AF65-F5344CB8AC3E}">
        <p14:creationId xmlns:p14="http://schemas.microsoft.com/office/powerpoint/2010/main" val="28263189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E1FF8CD8-A8AC-5BE1-2580-A2084CBB05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a:spcBef>
                <a:spcPct val="30000"/>
              </a:spcBef>
              <a:defRPr sz="1200">
                <a:solidFill>
                  <a:schemeClr val="tx1"/>
                </a:solidFill>
                <a:latin typeface="Times New Roman" panose="02020603050405020304" pitchFamily="18" charset="0"/>
              </a:defRPr>
            </a:lvl1pPr>
            <a:lvl2pPr marL="742950" indent="-285750" defTabSz="947738">
              <a:spcBef>
                <a:spcPct val="30000"/>
              </a:spcBef>
              <a:defRPr sz="1200">
                <a:solidFill>
                  <a:schemeClr val="tx1"/>
                </a:solidFill>
                <a:latin typeface="Times New Roman" panose="02020603050405020304" pitchFamily="18" charset="0"/>
              </a:defRPr>
            </a:lvl2pPr>
            <a:lvl3pPr marL="1143000" indent="-228600" defTabSz="947738">
              <a:spcBef>
                <a:spcPct val="30000"/>
              </a:spcBef>
              <a:defRPr sz="1200">
                <a:solidFill>
                  <a:schemeClr val="tx1"/>
                </a:solidFill>
                <a:latin typeface="Times New Roman" panose="02020603050405020304" pitchFamily="18" charset="0"/>
              </a:defRPr>
            </a:lvl3pPr>
            <a:lvl4pPr marL="1600200" indent="-228600" defTabSz="947738">
              <a:spcBef>
                <a:spcPct val="30000"/>
              </a:spcBef>
              <a:defRPr sz="1200">
                <a:solidFill>
                  <a:schemeClr val="tx1"/>
                </a:solidFill>
                <a:latin typeface="Times New Roman" panose="02020603050405020304" pitchFamily="18" charset="0"/>
              </a:defRPr>
            </a:lvl4pPr>
            <a:lvl5pPr marL="2057400" indent="-228600" defTabSz="947738">
              <a:spcBef>
                <a:spcPct val="30000"/>
              </a:spcBef>
              <a:defRPr sz="1200">
                <a:solidFill>
                  <a:schemeClr val="tx1"/>
                </a:solidFill>
                <a:latin typeface="Times New Roman" panose="02020603050405020304" pitchFamily="18" charset="0"/>
              </a:defRPr>
            </a:lvl5pPr>
            <a:lvl6pPr marL="2514600" indent="-228600" defTabSz="9477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477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477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47738" eaLnBrk="0" fontAlgn="base" hangingPunct="0">
              <a:spcBef>
                <a:spcPct val="30000"/>
              </a:spcBef>
              <a:spcAft>
                <a:spcPct val="0"/>
              </a:spcAft>
              <a:defRPr sz="1200">
                <a:solidFill>
                  <a:schemeClr val="tx1"/>
                </a:solidFill>
                <a:latin typeface="Times New Roman" panose="02020603050405020304" pitchFamily="18" charset="0"/>
              </a:defRPr>
            </a:lvl9pPr>
          </a:lstStyle>
          <a:p>
            <a:pPr marL="0" marR="0" lvl="0" indent="0" algn="r" defTabSz="947738" rtl="0" eaLnBrk="1" fontAlgn="base" latinLnBrk="0" hangingPunct="1">
              <a:lnSpc>
                <a:spcPct val="100000"/>
              </a:lnSpc>
              <a:spcBef>
                <a:spcPct val="0"/>
              </a:spcBef>
              <a:spcAft>
                <a:spcPct val="0"/>
              </a:spcAft>
              <a:buClrTx/>
              <a:buSzTx/>
              <a:buFontTx/>
              <a:buNone/>
              <a:tabLst/>
              <a:defRPr/>
            </a:pPr>
            <a:fld id="{0B241FE1-F82C-4068-B23C-32B9E6376638}"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Arial" panose="020B0604020202020204" pitchFamily="34" charset="0"/>
              </a:rPr>
              <a:pPr marL="0" marR="0" lvl="0" indent="0" algn="r" defTabSz="947738" rtl="0" eaLnBrk="1" fontAlgn="base" latinLnBrk="0" hangingPunct="1">
                <a:lnSpc>
                  <a:spcPct val="100000"/>
                </a:lnSpc>
                <a:spcBef>
                  <a:spcPct val="0"/>
                </a:spcBef>
                <a:spcAft>
                  <a:spcPct val="0"/>
                </a:spcAft>
                <a:buClrTx/>
                <a:buSzTx/>
                <a:buFontTx/>
                <a:buNone/>
                <a:tabLst/>
                <a:defRPr/>
              </a:pPr>
              <a:t>1</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n-ea"/>
              <a:cs typeface="Arial" panose="020B0604020202020204" pitchFamily="34" charset="0"/>
            </a:endParaRPr>
          </a:p>
        </p:txBody>
      </p:sp>
      <p:sp>
        <p:nvSpPr>
          <p:cNvPr id="7171" name="Rectangle 2">
            <a:extLst>
              <a:ext uri="{FF2B5EF4-FFF2-40B4-BE49-F238E27FC236}">
                <a16:creationId xmlns:a16="http://schemas.microsoft.com/office/drawing/2014/main" id="{B4C229A2-DE1B-44A3-82DF-619E30DF312B}"/>
              </a:ext>
            </a:extLst>
          </p:cNvPr>
          <p:cNvSpPr>
            <a:spLocks noGrp="1" noRot="1" noChangeAspect="1" noChangeArrowheads="1" noTextEdit="1"/>
          </p:cNvSpPr>
          <p:nvPr>
            <p:ph type="sldImg"/>
          </p:nvPr>
        </p:nvSpPr>
        <p:spPr>
          <a:ln/>
        </p:spPr>
      </p:sp>
      <p:sp>
        <p:nvSpPr>
          <p:cNvPr id="7172" name="Rectangle 3">
            <a:extLst>
              <a:ext uri="{FF2B5EF4-FFF2-40B4-BE49-F238E27FC236}">
                <a16:creationId xmlns:a16="http://schemas.microsoft.com/office/drawing/2014/main" id="{8F7FD1C6-D1E7-C8F3-DA89-0CFF26FCC3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26F59CF8-5E0D-42A1-A7D3-719538B9EA9B}" type="slidenum">
              <a:rPr lang="en-US" sz="1200" smtClean="0">
                <a:latin typeface="Times New Roman" pitchFamily="18" charset="0"/>
              </a:rPr>
              <a:pPr eaLnBrk="1" hangingPunct="1"/>
              <a:t>2</a:t>
            </a:fld>
            <a:endParaRPr lang="en-US" sz="1200">
              <a:latin typeface="Times New Roman"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180376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A6CA3465-C2CE-4305-BBB5-88B733414609}" type="slidenum">
              <a:rPr lang="en-US" sz="1200" smtClean="0">
                <a:latin typeface="Times New Roman" pitchFamily="18" charset="0"/>
              </a:rPr>
              <a:pPr eaLnBrk="1" hangingPunct="1"/>
              <a:t>3</a:t>
            </a:fld>
            <a:endParaRPr lang="en-US" sz="1200">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34114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26F59CF8-5E0D-42A1-A7D3-719538B9EA9B}" type="slidenum">
              <a:rPr lang="en-US" sz="1200" smtClean="0">
                <a:latin typeface="Times New Roman" pitchFamily="18" charset="0"/>
              </a:rPr>
              <a:pPr eaLnBrk="1" hangingPunct="1"/>
              <a:t>4</a:t>
            </a:fld>
            <a:endParaRPr lang="en-US" sz="1200">
              <a:latin typeface="Times New Roman"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63196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A6CA3465-C2CE-4305-BBB5-88B733414609}" type="slidenum">
              <a:rPr lang="en-US" sz="1200" smtClean="0">
                <a:latin typeface="Times New Roman" pitchFamily="18" charset="0"/>
              </a:rPr>
              <a:pPr eaLnBrk="1" hangingPunct="1"/>
              <a:t>5</a:t>
            </a:fld>
            <a:endParaRPr lang="en-US" sz="1200">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657430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A6CA3465-C2CE-4305-BBB5-88B733414609}" type="slidenum">
              <a:rPr lang="en-US" sz="1200" smtClean="0">
                <a:latin typeface="Times New Roman" pitchFamily="18" charset="0"/>
              </a:rPr>
              <a:pPr eaLnBrk="1" hangingPunct="1"/>
              <a:t>6</a:t>
            </a:fld>
            <a:endParaRPr lang="en-US" sz="1200">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5572476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A6CA3465-C2CE-4305-BBB5-88B733414609}" type="slidenum">
              <a:rPr lang="en-US" sz="1200" smtClean="0">
                <a:latin typeface="Times New Roman" pitchFamily="18" charset="0"/>
              </a:rPr>
              <a:pPr eaLnBrk="1" hangingPunct="1"/>
              <a:t>7</a:t>
            </a:fld>
            <a:endParaRPr lang="en-US" sz="1200">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934142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A6CA3465-C2CE-4305-BBB5-88B733414609}" type="slidenum">
              <a:rPr lang="en-US" sz="1200" smtClean="0">
                <a:latin typeface="Times New Roman" pitchFamily="18" charset="0"/>
              </a:rPr>
              <a:pPr eaLnBrk="1" hangingPunct="1"/>
              <a:t>8</a:t>
            </a:fld>
            <a:endParaRPr lang="en-US" sz="1200">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3094872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A6CA3465-C2CE-4305-BBB5-88B733414609}" type="slidenum">
              <a:rPr lang="en-US" sz="1200" smtClean="0">
                <a:latin typeface="Times New Roman" pitchFamily="18" charset="0"/>
              </a:rPr>
              <a:pPr eaLnBrk="1" hangingPunct="1"/>
              <a:t>9</a:t>
            </a:fld>
            <a:endParaRPr lang="en-US" sz="1200">
              <a:latin typeface="Times New Roman"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997172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10</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10</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88067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11</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11</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6640194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12</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12</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239162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13</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13</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506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14</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14</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883732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15</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15</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647913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16</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16</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5746987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17</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17</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902483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18</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18</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0663680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19</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19</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602926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20</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20</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6023099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21</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21</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4940272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22</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22</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0873119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23</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23</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092928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24</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24</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3658283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25</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25</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0018129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26</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26</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7536577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27</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27</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6387122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28</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28</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7504389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29</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29</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7507534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30</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30</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extLst>
      <p:ext uri="{BB962C8B-B14F-4D97-AF65-F5344CB8AC3E}">
        <p14:creationId xmlns:p14="http://schemas.microsoft.com/office/powerpoint/2010/main" val="14634245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26F59CF8-5E0D-42A1-A7D3-719538B9EA9B}" type="slidenum">
              <a:rPr lang="en-US" sz="1200" smtClean="0">
                <a:latin typeface="Times New Roman" pitchFamily="18" charset="0"/>
              </a:rPr>
              <a:pPr eaLnBrk="1" hangingPunct="1"/>
              <a:t>31</a:t>
            </a:fld>
            <a:endParaRPr lang="en-US" sz="1200">
              <a:latin typeface="Times New Roman"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1732239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32</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32</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630372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34</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34</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8018128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26F59CF8-5E0D-42A1-A7D3-719538B9EA9B}" type="slidenum">
              <a:rPr lang="en-US" sz="1200" smtClean="0">
                <a:latin typeface="Times New Roman" pitchFamily="18" charset="0"/>
              </a:rPr>
              <a:pPr eaLnBrk="1" hangingPunct="1"/>
              <a:t>35</a:t>
            </a:fld>
            <a:endParaRPr lang="en-US" sz="1200">
              <a:latin typeface="Times New Roman"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0224069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36</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36</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9921748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37</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37</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3274057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38</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38</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5196259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39</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39</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9249390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40</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40</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7128461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41</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41</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6023037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42</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42</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8523264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43</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43</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8789965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eaLnBrk="1" hangingPunct="1"/>
            <a:fld id="{26F59CF8-5E0D-42A1-A7D3-719538B9EA9B}" type="slidenum">
              <a:rPr lang="en-US" sz="1200" smtClean="0">
                <a:latin typeface="Times New Roman" pitchFamily="18" charset="0"/>
              </a:rPr>
              <a:pPr eaLnBrk="1" hangingPunct="1"/>
              <a:t>44</a:t>
            </a:fld>
            <a:endParaRPr lang="en-US" sz="1200">
              <a:latin typeface="Times New Roman"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5414406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45</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45</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1047832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46</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46</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9696456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47</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47</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70589211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48</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48</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6910976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49</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49</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243641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50</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50</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49627837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51</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51</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4960997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52</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52</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6763117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53</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53</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406517623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54</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54</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30723085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7738" eaLnBrk="0" hangingPunct="0">
              <a:defRPr sz="2400">
                <a:solidFill>
                  <a:schemeClr val="tx1"/>
                </a:solidFill>
                <a:latin typeface="Tahoma" pitchFamily="34" charset="0"/>
              </a:defRPr>
            </a:lvl1pPr>
            <a:lvl2pPr marL="742950" indent="-285750" defTabSz="947738" eaLnBrk="0" hangingPunct="0">
              <a:defRPr sz="2400">
                <a:solidFill>
                  <a:schemeClr val="tx1"/>
                </a:solidFill>
                <a:latin typeface="Tahoma" pitchFamily="34" charset="0"/>
              </a:defRPr>
            </a:lvl2pPr>
            <a:lvl3pPr marL="1143000" indent="-228600" defTabSz="947738" eaLnBrk="0" hangingPunct="0">
              <a:defRPr sz="2400">
                <a:solidFill>
                  <a:schemeClr val="tx1"/>
                </a:solidFill>
                <a:latin typeface="Tahoma" pitchFamily="34" charset="0"/>
              </a:defRPr>
            </a:lvl3pPr>
            <a:lvl4pPr marL="1600200" indent="-228600" defTabSz="947738" eaLnBrk="0" hangingPunct="0">
              <a:defRPr sz="2400">
                <a:solidFill>
                  <a:schemeClr val="tx1"/>
                </a:solidFill>
                <a:latin typeface="Tahoma" pitchFamily="34" charset="0"/>
              </a:defRPr>
            </a:lvl4pPr>
            <a:lvl5pPr marL="2057400" indent="-228600" defTabSz="947738" eaLnBrk="0" hangingPunct="0">
              <a:defRPr sz="2400">
                <a:solidFill>
                  <a:schemeClr val="tx1"/>
                </a:solidFill>
                <a:latin typeface="Tahoma" pitchFamily="34" charset="0"/>
              </a:defRPr>
            </a:lvl5pPr>
            <a:lvl6pPr marL="2514600" indent="-228600" algn="ctr" defTabSz="947738" eaLnBrk="0" fontAlgn="base" hangingPunct="0">
              <a:spcBef>
                <a:spcPct val="0"/>
              </a:spcBef>
              <a:spcAft>
                <a:spcPct val="0"/>
              </a:spcAft>
              <a:defRPr sz="2400">
                <a:solidFill>
                  <a:schemeClr val="tx1"/>
                </a:solidFill>
                <a:latin typeface="Tahoma" pitchFamily="34" charset="0"/>
              </a:defRPr>
            </a:lvl6pPr>
            <a:lvl7pPr marL="2971800" indent="-228600" algn="ctr" defTabSz="947738" eaLnBrk="0" fontAlgn="base" hangingPunct="0">
              <a:spcBef>
                <a:spcPct val="0"/>
              </a:spcBef>
              <a:spcAft>
                <a:spcPct val="0"/>
              </a:spcAft>
              <a:defRPr sz="2400">
                <a:solidFill>
                  <a:schemeClr val="tx1"/>
                </a:solidFill>
                <a:latin typeface="Tahoma" pitchFamily="34" charset="0"/>
              </a:defRPr>
            </a:lvl7pPr>
            <a:lvl8pPr marL="3429000" indent="-228600" algn="ctr" defTabSz="947738" eaLnBrk="0" fontAlgn="base" hangingPunct="0">
              <a:spcBef>
                <a:spcPct val="0"/>
              </a:spcBef>
              <a:spcAft>
                <a:spcPct val="0"/>
              </a:spcAft>
              <a:defRPr sz="2400">
                <a:solidFill>
                  <a:schemeClr val="tx1"/>
                </a:solidFill>
                <a:latin typeface="Tahoma" pitchFamily="34" charset="0"/>
              </a:defRPr>
            </a:lvl8pPr>
            <a:lvl9pPr marL="3886200" indent="-228600" algn="ctr" defTabSz="947738" eaLnBrk="0" fontAlgn="base" hangingPunct="0">
              <a:spcBef>
                <a:spcPct val="0"/>
              </a:spcBef>
              <a:spcAft>
                <a:spcPct val="0"/>
              </a:spcAft>
              <a:defRPr sz="2400">
                <a:solidFill>
                  <a:schemeClr val="tx1"/>
                </a:solidFill>
                <a:latin typeface="Tahoma" pitchFamily="34" charset="0"/>
              </a:defRPr>
            </a:lvl9pPr>
          </a:lstStyle>
          <a:p>
            <a:pPr>
              <a:spcBef>
                <a:spcPct val="50000"/>
              </a:spcBef>
              <a:buClr>
                <a:srgbClr val="FF0000"/>
              </a:buClr>
            </a:pPr>
            <a:fld id="{A151D27B-64E3-4BC5-8701-2171C1A5D48A}" type="slidenum">
              <a:rPr lang="en-US" altLang="zh-CN" sz="1200" smtClean="0">
                <a:solidFill>
                  <a:srgbClr val="000000"/>
                </a:solidFill>
                <a:latin typeface="Times New Roman" pitchFamily="18" charset="0"/>
                <a:cs typeface="Arial" charset="0"/>
              </a:rPr>
              <a:pPr>
                <a:spcBef>
                  <a:spcPct val="50000"/>
                </a:spcBef>
                <a:buClr>
                  <a:srgbClr val="FF0000"/>
                </a:buClr>
              </a:pPr>
              <a:t>55</a:t>
            </a:fld>
            <a:endParaRPr lang="en-US" altLang="zh-CN" sz="1200">
              <a:solidFill>
                <a:srgbClr val="000000"/>
              </a:solidFill>
              <a:latin typeface="Times New Roman" pitchFamily="18" charset="0"/>
              <a:cs typeface="Arial" charset="0"/>
            </a:endParaRPr>
          </a:p>
        </p:txBody>
      </p:sp>
      <p:sp>
        <p:nvSpPr>
          <p:cNvPr id="80899" name="Rectangle 7"/>
          <p:cNvSpPr txBox="1">
            <a:spLocks noGrp="1" noChangeArrowheads="1"/>
          </p:cNvSpPr>
          <p:nvPr/>
        </p:nvSpPr>
        <p:spPr bwMode="auto">
          <a:xfrm>
            <a:off x="4056063" y="8997950"/>
            <a:ext cx="3119437"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45" tIns="46623" rIns="93245" bIns="46623" anchor="b"/>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algn="ctr" eaLnBrk="0" fontAlgn="base" hangingPunct="0">
              <a:spcBef>
                <a:spcPct val="0"/>
              </a:spcBef>
              <a:spcAft>
                <a:spcPct val="0"/>
              </a:spcAft>
              <a:defRPr sz="2400">
                <a:solidFill>
                  <a:schemeClr val="tx1"/>
                </a:solidFill>
                <a:latin typeface="Tahoma" pitchFamily="34" charset="0"/>
              </a:defRPr>
            </a:lvl6pPr>
            <a:lvl7pPr marL="2971800" indent="-228600" algn="ctr" eaLnBrk="0" fontAlgn="base" hangingPunct="0">
              <a:spcBef>
                <a:spcPct val="0"/>
              </a:spcBef>
              <a:spcAft>
                <a:spcPct val="0"/>
              </a:spcAft>
              <a:defRPr sz="2400">
                <a:solidFill>
                  <a:schemeClr val="tx1"/>
                </a:solidFill>
                <a:latin typeface="Tahoma" pitchFamily="34" charset="0"/>
              </a:defRPr>
            </a:lvl7pPr>
            <a:lvl8pPr marL="3429000" indent="-228600" algn="ctr" eaLnBrk="0" fontAlgn="base" hangingPunct="0">
              <a:spcBef>
                <a:spcPct val="0"/>
              </a:spcBef>
              <a:spcAft>
                <a:spcPct val="0"/>
              </a:spcAft>
              <a:defRPr sz="2400">
                <a:solidFill>
                  <a:schemeClr val="tx1"/>
                </a:solidFill>
                <a:latin typeface="Tahoma" pitchFamily="34" charset="0"/>
              </a:defRPr>
            </a:lvl8pPr>
            <a:lvl9pPr marL="3886200" indent="-228600" algn="ctr" eaLnBrk="0" fontAlgn="base" hangingPunct="0">
              <a:spcBef>
                <a:spcPct val="0"/>
              </a:spcBef>
              <a:spcAft>
                <a:spcPct val="0"/>
              </a:spcAft>
              <a:defRPr sz="2400">
                <a:solidFill>
                  <a:schemeClr val="tx1"/>
                </a:solidFill>
                <a:latin typeface="Tahoma" pitchFamily="34" charset="0"/>
              </a:defRPr>
            </a:lvl9pPr>
          </a:lstStyle>
          <a:p>
            <a:pPr algn="r"/>
            <a:fld id="{100C9E5E-2865-42F4-9D34-2AD69C9785CC}" type="slidenum">
              <a:rPr lang="zh-CN" altLang="en-US" sz="1200">
                <a:solidFill>
                  <a:srgbClr val="000000"/>
                </a:solidFill>
                <a:latin typeface="Times New Roman" pitchFamily="18" charset="0"/>
                <a:ea typeface="新細明體" pitchFamily="18" charset="-120"/>
                <a:cs typeface="Arial" charset="0"/>
              </a:rPr>
              <a:pPr algn="r"/>
              <a:t>55</a:t>
            </a:fld>
            <a:endParaRPr lang="en-US" altLang="zh-CN" sz="1200">
              <a:solidFill>
                <a:srgbClr val="000000"/>
              </a:solidFill>
              <a:latin typeface="Times New Roman" pitchFamily="18" charset="0"/>
              <a:ea typeface="新細明體" pitchFamily="18" charset="-120"/>
              <a:cs typeface="Arial" charset="0"/>
            </a:endParaRPr>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2436270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2438400"/>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57356"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57357"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5"/>
          <p:cNvSpPr>
            <a:spLocks noGrp="1" noChangeArrowheads="1"/>
          </p:cNvSpPr>
          <p:nvPr>
            <p:ph type="ftr" sz="quarter" idx="10"/>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400">
                <a:solidFill>
                  <a:schemeClr val="bg2"/>
                </a:solidFill>
              </a:defRPr>
            </a:lvl1pPr>
          </a:lstStyle>
          <a:p>
            <a:pPr>
              <a:defRPr/>
            </a:pPr>
            <a:endParaRPr lang="en-US"/>
          </a:p>
        </p:txBody>
      </p:sp>
      <p:sp>
        <p:nvSpPr>
          <p:cNvPr id="15" name="Rectangle 17"/>
          <p:cNvSpPr>
            <a:spLocks noGrp="1" noChangeArrowheads="1"/>
          </p:cNvSpPr>
          <p:nvPr>
            <p:ph type="dt" sz="half" idx="11"/>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l">
              <a:defRPr sz="1400">
                <a:solidFill>
                  <a:schemeClr val="bg2"/>
                </a:solidFill>
              </a:defRPr>
            </a:lvl1pPr>
          </a:lstStyle>
          <a:p>
            <a:pPr>
              <a:defRPr/>
            </a:pPr>
            <a:r>
              <a:rPr lang="en-US"/>
              <a:t>Tuesday, 1/6/2004</a:t>
            </a:r>
          </a:p>
        </p:txBody>
      </p:sp>
    </p:spTree>
    <p:extLst>
      <p:ext uri="{BB962C8B-B14F-4D97-AF65-F5344CB8AC3E}">
        <p14:creationId xmlns:p14="http://schemas.microsoft.com/office/powerpoint/2010/main" val="17814277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2687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577603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981200"/>
            <a:ext cx="3886200" cy="4535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981200"/>
            <a:ext cx="3886200" cy="4535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5282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0768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29612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890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758469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73196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42342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04800"/>
            <a:ext cx="1981200" cy="6211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04800"/>
            <a:ext cx="5791200" cy="6211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3698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26F460E-712E-091F-CF48-DDE3FFE62E1F}"/>
              </a:ext>
            </a:extLst>
          </p:cNvPr>
          <p:cNvGrpSpPr>
            <a:grpSpLocks/>
          </p:cNvGrpSpPr>
          <p:nvPr/>
        </p:nvGrpSpPr>
        <p:grpSpPr bwMode="auto">
          <a:xfrm>
            <a:off x="2" y="2438401"/>
            <a:ext cx="9009063" cy="1052513"/>
            <a:chOff x="0" y="1536"/>
            <a:chExt cx="5675" cy="663"/>
          </a:xfrm>
        </p:grpSpPr>
        <p:grpSp>
          <p:nvGrpSpPr>
            <p:cNvPr id="3" name="Group 3">
              <a:extLst>
                <a:ext uri="{FF2B5EF4-FFF2-40B4-BE49-F238E27FC236}">
                  <a16:creationId xmlns:a16="http://schemas.microsoft.com/office/drawing/2014/main" id="{63397022-37EA-C63A-6972-8DB2225168E1}"/>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AE146822-2643-9A14-EAE9-C1E92791388B}"/>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en-US" altLang="en-US" sz="1795"/>
              </a:p>
            </p:txBody>
          </p:sp>
          <p:sp>
            <p:nvSpPr>
              <p:cNvPr id="11" name="Rectangle 5">
                <a:extLst>
                  <a:ext uri="{FF2B5EF4-FFF2-40B4-BE49-F238E27FC236}">
                    <a16:creationId xmlns:a16="http://schemas.microsoft.com/office/drawing/2014/main" id="{DCFA1864-CA56-41B2-48AC-B4100A65725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en-US" altLang="en-US" sz="1795"/>
              </a:p>
            </p:txBody>
          </p:sp>
        </p:grpSp>
        <p:grpSp>
          <p:nvGrpSpPr>
            <p:cNvPr id="4" name="Group 6">
              <a:extLst>
                <a:ext uri="{FF2B5EF4-FFF2-40B4-BE49-F238E27FC236}">
                  <a16:creationId xmlns:a16="http://schemas.microsoft.com/office/drawing/2014/main" id="{F9EF2028-7FA8-CEFF-7DCE-CB75D0C9B385}"/>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2D6A85DE-E23E-5277-E494-AA0E287D2998}"/>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en-US" altLang="en-US" sz="1795"/>
              </a:p>
            </p:txBody>
          </p:sp>
          <p:sp>
            <p:nvSpPr>
              <p:cNvPr id="9" name="Rectangle 8">
                <a:extLst>
                  <a:ext uri="{FF2B5EF4-FFF2-40B4-BE49-F238E27FC236}">
                    <a16:creationId xmlns:a16="http://schemas.microsoft.com/office/drawing/2014/main" id="{5A0F5DC6-1C78-4159-0FBB-2FDBAA9B3A51}"/>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en-US" altLang="en-US" sz="1795"/>
              </a:p>
            </p:txBody>
          </p:sp>
        </p:grpSp>
        <p:sp>
          <p:nvSpPr>
            <p:cNvPr id="5" name="Rectangle 9">
              <a:extLst>
                <a:ext uri="{FF2B5EF4-FFF2-40B4-BE49-F238E27FC236}">
                  <a16:creationId xmlns:a16="http://schemas.microsoft.com/office/drawing/2014/main" id="{43250D0B-4281-120F-46BE-975ECC35F95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en-US" altLang="en-US" sz="1795"/>
            </a:p>
          </p:txBody>
        </p:sp>
        <p:sp>
          <p:nvSpPr>
            <p:cNvPr id="6" name="Rectangle 10">
              <a:extLst>
                <a:ext uri="{FF2B5EF4-FFF2-40B4-BE49-F238E27FC236}">
                  <a16:creationId xmlns:a16="http://schemas.microsoft.com/office/drawing/2014/main" id="{D10BDF78-B69E-C1C7-CDE5-794762E98EA5}"/>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en-US" altLang="en-US" sz="1795"/>
            </a:p>
          </p:txBody>
        </p:sp>
        <p:sp>
          <p:nvSpPr>
            <p:cNvPr id="7" name="Rectangle 11">
              <a:extLst>
                <a:ext uri="{FF2B5EF4-FFF2-40B4-BE49-F238E27FC236}">
                  <a16:creationId xmlns:a16="http://schemas.microsoft.com/office/drawing/2014/main" id="{02B5B37C-ADFF-FA4D-3516-9C0EF7847914}"/>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lang="en-US" altLang="en-US" sz="1795"/>
            </a:p>
          </p:txBody>
        </p:sp>
      </p:grpSp>
      <p:sp>
        <p:nvSpPr>
          <p:cNvPr id="57356" name="Rectangle 12"/>
          <p:cNvSpPr>
            <a:spLocks noGrp="1" noChangeArrowheads="1"/>
          </p:cNvSpPr>
          <p:nvPr>
            <p:ph type="ctrTitle"/>
          </p:nvPr>
        </p:nvSpPr>
        <p:spPr>
          <a:xfrm>
            <a:off x="990600" y="1828801"/>
            <a:ext cx="7772400" cy="1143000"/>
          </a:xfrm>
        </p:spPr>
        <p:txBody>
          <a:bodyPr/>
          <a:lstStyle>
            <a:lvl1pPr>
              <a:defRPr/>
            </a:lvl1pPr>
          </a:lstStyle>
          <a:p>
            <a:r>
              <a:rPr lang="en-US"/>
              <a:t>Click to edit Master title style</a:t>
            </a:r>
          </a:p>
        </p:txBody>
      </p:sp>
      <p:sp>
        <p:nvSpPr>
          <p:cNvPr id="57357" name="Rectangle 13"/>
          <p:cNvSpPr>
            <a:spLocks noGrp="1" noChangeArrowheads="1"/>
          </p:cNvSpPr>
          <p:nvPr>
            <p:ph type="subTitle" idx="1"/>
          </p:nvPr>
        </p:nvSpPr>
        <p:spPr>
          <a:xfrm>
            <a:off x="1371600" y="3886201"/>
            <a:ext cx="6400800" cy="1752600"/>
          </a:xfrm>
        </p:spPr>
        <p:txBody>
          <a:bodyPr/>
          <a:lstStyle>
            <a:lvl1pPr marL="0" indent="0" algn="ctr">
              <a:buFont typeface="Wingdings" pitchFamily="2" charset="2"/>
              <a:buNone/>
              <a:defRPr/>
            </a:lvl1pPr>
          </a:lstStyle>
          <a:p>
            <a:r>
              <a:rPr lang="en-US"/>
              <a:t>Click to edit Master subtitle style</a:t>
            </a:r>
          </a:p>
        </p:txBody>
      </p:sp>
      <p:sp>
        <p:nvSpPr>
          <p:cNvPr id="12" name="Rectangle 15">
            <a:extLst>
              <a:ext uri="{FF2B5EF4-FFF2-40B4-BE49-F238E27FC236}">
                <a16:creationId xmlns:a16="http://schemas.microsoft.com/office/drawing/2014/main" id="{CB0A6B5A-F3A0-AFFF-43B6-2D076804F00D}"/>
              </a:ext>
            </a:extLst>
          </p:cNvPr>
          <p:cNvSpPr>
            <a:spLocks noGrp="1" noChangeArrowheads="1"/>
          </p:cNvSpPr>
          <p:nvPr>
            <p:ph type="ftr" sz="quarter" idx="10"/>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397">
                <a:solidFill>
                  <a:schemeClr val="bg2"/>
                </a:solidFill>
              </a:defRPr>
            </a:lvl1pPr>
          </a:lstStyle>
          <a:p>
            <a:pPr>
              <a:defRPr/>
            </a:pPr>
            <a:endParaRPr lang="en-US"/>
          </a:p>
        </p:txBody>
      </p:sp>
      <p:sp>
        <p:nvSpPr>
          <p:cNvPr id="13" name="Rectangle 17">
            <a:extLst>
              <a:ext uri="{FF2B5EF4-FFF2-40B4-BE49-F238E27FC236}">
                <a16:creationId xmlns:a16="http://schemas.microsoft.com/office/drawing/2014/main" id="{90672233-8DDD-0337-99AF-415BE1FD5225}"/>
              </a:ext>
            </a:extLst>
          </p:cNvPr>
          <p:cNvSpPr>
            <a:spLocks noGrp="1" noChangeArrowheads="1"/>
          </p:cNvSpPr>
          <p:nvPr>
            <p:ph type="dt" sz="half" idx="11"/>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l">
              <a:defRPr sz="1397">
                <a:solidFill>
                  <a:schemeClr val="bg2"/>
                </a:solidFill>
              </a:defRPr>
            </a:lvl1pPr>
          </a:lstStyle>
          <a:p>
            <a:pPr>
              <a:defRPr/>
            </a:pPr>
            <a:fld id="{DD290FB8-B77D-4689-8DB7-8DA1A6A7AFD6}" type="datetime1">
              <a:rPr lang="en-US" smtClean="0"/>
              <a:t>9/16/2025</a:t>
            </a:fld>
            <a:endParaRPr lang="en-US"/>
          </a:p>
        </p:txBody>
      </p:sp>
    </p:spTree>
    <p:extLst>
      <p:ext uri="{BB962C8B-B14F-4D97-AF65-F5344CB8AC3E}">
        <p14:creationId xmlns:p14="http://schemas.microsoft.com/office/powerpoint/2010/main" val="3252315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06848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99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1995"/>
            </a:lvl1pPr>
            <a:lvl2pPr marL="456057" indent="0">
              <a:buNone/>
              <a:defRPr sz="1795"/>
            </a:lvl2pPr>
            <a:lvl3pPr marL="912114" indent="0">
              <a:buNone/>
              <a:defRPr sz="1596"/>
            </a:lvl3pPr>
            <a:lvl4pPr marL="1368171" indent="0">
              <a:buNone/>
              <a:defRPr sz="1397"/>
            </a:lvl4pPr>
            <a:lvl5pPr marL="1824228" indent="0">
              <a:buNone/>
              <a:defRPr sz="1397"/>
            </a:lvl5pPr>
            <a:lvl6pPr marL="2280285" indent="0">
              <a:buNone/>
              <a:defRPr sz="1397"/>
            </a:lvl6pPr>
            <a:lvl7pPr marL="2736342" indent="0">
              <a:buNone/>
              <a:defRPr sz="1397"/>
            </a:lvl7pPr>
            <a:lvl8pPr marL="3192399" indent="0">
              <a:buNone/>
              <a:defRPr sz="1397"/>
            </a:lvl8pPr>
            <a:lvl9pPr marL="3648456" indent="0">
              <a:buNone/>
              <a:defRPr sz="1397"/>
            </a:lvl9pPr>
          </a:lstStyle>
          <a:p>
            <a:pPr lvl="0"/>
            <a:r>
              <a:rPr lang="en-US"/>
              <a:t>Click to edit Master text styles</a:t>
            </a:r>
          </a:p>
        </p:txBody>
      </p:sp>
    </p:spTree>
    <p:extLst>
      <p:ext uri="{BB962C8B-B14F-4D97-AF65-F5344CB8AC3E}">
        <p14:creationId xmlns:p14="http://schemas.microsoft.com/office/powerpoint/2010/main" val="18162581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981201"/>
            <a:ext cx="3886200" cy="4535488"/>
          </a:xfrm>
        </p:spPr>
        <p:txBody>
          <a:bodyPr/>
          <a:lstStyle>
            <a:lvl1pPr>
              <a:defRPr sz="2793"/>
            </a:lvl1pPr>
            <a:lvl2pPr>
              <a:defRPr sz="2394"/>
            </a:lvl2pPr>
            <a:lvl3pPr>
              <a:defRPr sz="1995"/>
            </a:lvl3pPr>
            <a:lvl4pPr>
              <a:defRPr sz="1795"/>
            </a:lvl4pPr>
            <a:lvl5pPr>
              <a:defRPr sz="1795"/>
            </a:lvl5pPr>
            <a:lvl6pPr>
              <a:defRPr sz="1795"/>
            </a:lvl6pPr>
            <a:lvl7pPr>
              <a:defRPr sz="1795"/>
            </a:lvl7pPr>
            <a:lvl8pPr>
              <a:defRPr sz="1795"/>
            </a:lvl8pPr>
            <a:lvl9pPr>
              <a:defRPr sz="17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981201"/>
            <a:ext cx="3886200" cy="4535488"/>
          </a:xfrm>
        </p:spPr>
        <p:txBody>
          <a:bodyPr/>
          <a:lstStyle>
            <a:lvl1pPr>
              <a:defRPr sz="2793"/>
            </a:lvl1pPr>
            <a:lvl2pPr>
              <a:defRPr sz="2394"/>
            </a:lvl2pPr>
            <a:lvl3pPr>
              <a:defRPr sz="1995"/>
            </a:lvl3pPr>
            <a:lvl4pPr>
              <a:defRPr sz="1795"/>
            </a:lvl4pPr>
            <a:lvl5pPr>
              <a:defRPr sz="1795"/>
            </a:lvl5pPr>
            <a:lvl6pPr>
              <a:defRPr sz="1795"/>
            </a:lvl6pPr>
            <a:lvl7pPr>
              <a:defRPr sz="1795"/>
            </a:lvl7pPr>
            <a:lvl8pPr>
              <a:defRPr sz="1795"/>
            </a:lvl8pPr>
            <a:lvl9pPr>
              <a:defRPr sz="17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6037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394"/>
            </a:lvl1pPr>
            <a:lvl2pPr>
              <a:defRPr sz="1995"/>
            </a:lvl2pPr>
            <a:lvl3pPr>
              <a:defRPr sz="1795"/>
            </a:lvl3pPr>
            <a:lvl4pPr>
              <a:defRPr sz="1596"/>
            </a:lvl4pPr>
            <a:lvl5pPr>
              <a:defRPr sz="1596"/>
            </a:lvl5pPr>
            <a:lvl6pPr>
              <a:defRPr sz="1596"/>
            </a:lvl6pPr>
            <a:lvl7pPr>
              <a:defRPr sz="1596"/>
            </a:lvl7pPr>
            <a:lvl8pPr>
              <a:defRPr sz="1596"/>
            </a:lvl8pPr>
            <a:lvl9pPr>
              <a:defRPr sz="159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394"/>
            </a:lvl1pPr>
            <a:lvl2pPr>
              <a:defRPr sz="1995"/>
            </a:lvl2pPr>
            <a:lvl3pPr>
              <a:defRPr sz="1795"/>
            </a:lvl3pPr>
            <a:lvl4pPr>
              <a:defRPr sz="1596"/>
            </a:lvl4pPr>
            <a:lvl5pPr>
              <a:defRPr sz="1596"/>
            </a:lvl5pPr>
            <a:lvl6pPr>
              <a:defRPr sz="1596"/>
            </a:lvl6pPr>
            <a:lvl7pPr>
              <a:defRPr sz="1596"/>
            </a:lvl7pPr>
            <a:lvl8pPr>
              <a:defRPr sz="1596"/>
            </a:lvl8pPr>
            <a:lvl9pPr>
              <a:defRPr sz="159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221867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592354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3305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lstStyle>
            <a:lvl1pPr algn="l">
              <a:defRPr sz="1995"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192"/>
            </a:lvl1pPr>
            <a:lvl2pPr>
              <a:defRPr sz="2793"/>
            </a:lvl2pPr>
            <a:lvl3pPr>
              <a:defRPr sz="2394"/>
            </a:lvl3pPr>
            <a:lvl4pPr>
              <a:defRPr sz="1995"/>
            </a:lvl4pPr>
            <a:lvl5pPr>
              <a:defRPr sz="1995"/>
            </a:lvl5pPr>
            <a:lvl6pPr>
              <a:defRPr sz="1995"/>
            </a:lvl6pPr>
            <a:lvl7pPr>
              <a:defRPr sz="1995"/>
            </a:lvl7pPr>
            <a:lvl8pPr>
              <a:defRPr sz="1995"/>
            </a:lvl8pPr>
            <a:lvl9pPr>
              <a:defRPr sz="19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1"/>
            <a:ext cx="3008313" cy="4691063"/>
          </a:xfrm>
        </p:spPr>
        <p:txBody>
          <a:bodyPr/>
          <a:lstStyle>
            <a:lvl1pPr marL="0" indent="0">
              <a:buNone/>
              <a:defRPr sz="1397"/>
            </a:lvl1pPr>
            <a:lvl2pPr marL="456057" indent="0">
              <a:buNone/>
              <a:defRPr sz="1197"/>
            </a:lvl2pPr>
            <a:lvl3pPr marL="912114" indent="0">
              <a:buNone/>
              <a:defRPr sz="998"/>
            </a:lvl3pPr>
            <a:lvl4pPr marL="1368171" indent="0">
              <a:buNone/>
              <a:defRPr sz="898"/>
            </a:lvl4pPr>
            <a:lvl5pPr marL="1824228" indent="0">
              <a:buNone/>
              <a:defRPr sz="898"/>
            </a:lvl5pPr>
            <a:lvl6pPr marL="2280285" indent="0">
              <a:buNone/>
              <a:defRPr sz="898"/>
            </a:lvl6pPr>
            <a:lvl7pPr marL="2736342" indent="0">
              <a:buNone/>
              <a:defRPr sz="898"/>
            </a:lvl7pPr>
            <a:lvl8pPr marL="3192399" indent="0">
              <a:buNone/>
              <a:defRPr sz="898"/>
            </a:lvl8pPr>
            <a:lvl9pPr marL="3648456" indent="0">
              <a:buNone/>
              <a:defRPr sz="898"/>
            </a:lvl9pPr>
          </a:lstStyle>
          <a:p>
            <a:pPr lvl="0"/>
            <a:r>
              <a:rPr lang="en-US"/>
              <a:t>Click to edit Master text styles</a:t>
            </a:r>
          </a:p>
        </p:txBody>
      </p:sp>
    </p:spTree>
    <p:extLst>
      <p:ext uri="{BB962C8B-B14F-4D97-AF65-F5344CB8AC3E}">
        <p14:creationId xmlns:p14="http://schemas.microsoft.com/office/powerpoint/2010/main" val="29019677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1995"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192"/>
            </a:lvl1pPr>
            <a:lvl2pPr marL="456057" indent="0">
              <a:buNone/>
              <a:defRPr sz="2793"/>
            </a:lvl2pPr>
            <a:lvl3pPr marL="912114" indent="0">
              <a:buNone/>
              <a:defRPr sz="2394"/>
            </a:lvl3pPr>
            <a:lvl4pPr marL="1368171" indent="0">
              <a:buNone/>
              <a:defRPr sz="1995"/>
            </a:lvl4pPr>
            <a:lvl5pPr marL="1824228" indent="0">
              <a:buNone/>
              <a:defRPr sz="1995"/>
            </a:lvl5pPr>
            <a:lvl6pPr marL="2280285" indent="0">
              <a:buNone/>
              <a:defRPr sz="1995"/>
            </a:lvl6pPr>
            <a:lvl7pPr marL="2736342" indent="0">
              <a:buNone/>
              <a:defRPr sz="1995"/>
            </a:lvl7pPr>
            <a:lvl8pPr marL="3192399" indent="0">
              <a:buNone/>
              <a:defRPr sz="1995"/>
            </a:lvl8pPr>
            <a:lvl9pPr marL="3648456" indent="0">
              <a:buNone/>
              <a:defRPr sz="1995"/>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397"/>
            </a:lvl1pPr>
            <a:lvl2pPr marL="456057" indent="0">
              <a:buNone/>
              <a:defRPr sz="1197"/>
            </a:lvl2pPr>
            <a:lvl3pPr marL="912114" indent="0">
              <a:buNone/>
              <a:defRPr sz="998"/>
            </a:lvl3pPr>
            <a:lvl4pPr marL="1368171" indent="0">
              <a:buNone/>
              <a:defRPr sz="898"/>
            </a:lvl4pPr>
            <a:lvl5pPr marL="1824228" indent="0">
              <a:buNone/>
              <a:defRPr sz="898"/>
            </a:lvl5pPr>
            <a:lvl6pPr marL="2280285" indent="0">
              <a:buNone/>
              <a:defRPr sz="898"/>
            </a:lvl6pPr>
            <a:lvl7pPr marL="2736342" indent="0">
              <a:buNone/>
              <a:defRPr sz="898"/>
            </a:lvl7pPr>
            <a:lvl8pPr marL="3192399" indent="0">
              <a:buNone/>
              <a:defRPr sz="898"/>
            </a:lvl8pPr>
            <a:lvl9pPr marL="3648456" indent="0">
              <a:buNone/>
              <a:defRPr sz="898"/>
            </a:lvl9pPr>
          </a:lstStyle>
          <a:p>
            <a:pPr lvl="0"/>
            <a:r>
              <a:rPr lang="en-US"/>
              <a:t>Click to edit Master text styles</a:t>
            </a:r>
          </a:p>
        </p:txBody>
      </p:sp>
    </p:spTree>
    <p:extLst>
      <p:ext uri="{BB962C8B-B14F-4D97-AF65-F5344CB8AC3E}">
        <p14:creationId xmlns:p14="http://schemas.microsoft.com/office/powerpoint/2010/main" val="34475162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1848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04800"/>
            <a:ext cx="1981200" cy="6211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04800"/>
            <a:ext cx="5791200" cy="6211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7173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 y="2438401"/>
            <a:ext cx="9009063" cy="1052513"/>
            <a:chOff x="0" y="1536"/>
            <a:chExt cx="5675" cy="663"/>
          </a:xfrm>
        </p:grpSpPr>
        <p:grpSp>
          <p:nvGrpSpPr>
            <p:cNvPr id="5" name="Group 3"/>
            <p:cNvGrpSpPr>
              <a:grpSpLocks/>
            </p:cNvGrpSpPr>
            <p:nvPr/>
          </p:nvGrpSpPr>
          <p:grpSpPr bwMode="auto">
            <a:xfrm>
              <a:off x="185" y="1604"/>
              <a:ext cx="449"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795"/>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795"/>
              </a:p>
            </p:txBody>
          </p:sp>
        </p:grpSp>
        <p:grpSp>
          <p:nvGrpSpPr>
            <p:cNvPr id="6" name="Group 6"/>
            <p:cNvGrpSpPr>
              <a:grpSpLocks/>
            </p:cNvGrpSpPr>
            <p:nvPr/>
          </p:nvGrpSpPr>
          <p:grpSpPr bwMode="auto">
            <a:xfrm>
              <a:off x="263" y="1870"/>
              <a:ext cx="466"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795"/>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795"/>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795"/>
            </a:p>
          </p:txBody>
        </p:sp>
        <p:sp>
          <p:nvSpPr>
            <p:cNvPr id="8" name="Rectangle 10"/>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795"/>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795"/>
            </a:p>
          </p:txBody>
        </p:sp>
      </p:grpSp>
      <p:sp>
        <p:nvSpPr>
          <p:cNvPr id="57356" name="Rectangle 12"/>
          <p:cNvSpPr>
            <a:spLocks noGrp="1" noChangeArrowheads="1"/>
          </p:cNvSpPr>
          <p:nvPr>
            <p:ph type="ctrTitle"/>
          </p:nvPr>
        </p:nvSpPr>
        <p:spPr>
          <a:xfrm>
            <a:off x="990600" y="1828801"/>
            <a:ext cx="7772400" cy="1143000"/>
          </a:xfrm>
        </p:spPr>
        <p:txBody>
          <a:bodyPr/>
          <a:lstStyle>
            <a:lvl1pPr>
              <a:defRPr/>
            </a:lvl1pPr>
          </a:lstStyle>
          <a:p>
            <a:r>
              <a:rPr lang="en-US"/>
              <a:t>Click to edit Master title style</a:t>
            </a:r>
          </a:p>
        </p:txBody>
      </p:sp>
      <p:sp>
        <p:nvSpPr>
          <p:cNvPr id="57357" name="Rectangle 13"/>
          <p:cNvSpPr>
            <a:spLocks noGrp="1" noChangeArrowheads="1"/>
          </p:cNvSpPr>
          <p:nvPr>
            <p:ph type="subTitle" idx="1"/>
          </p:nvPr>
        </p:nvSpPr>
        <p:spPr>
          <a:xfrm>
            <a:off x="1371600" y="3886201"/>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5"/>
          <p:cNvSpPr>
            <a:spLocks noGrp="1" noChangeArrowheads="1"/>
          </p:cNvSpPr>
          <p:nvPr>
            <p:ph type="ftr" sz="quarter" idx="10"/>
          </p:nvPr>
        </p:nvSpPr>
        <p:spPr bwMode="auto">
          <a:xfrm>
            <a:off x="3429000" y="6248400"/>
            <a:ext cx="2895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defRPr sz="1397">
                <a:solidFill>
                  <a:schemeClr val="bg2"/>
                </a:solidFill>
              </a:defRPr>
            </a:lvl1pPr>
          </a:lstStyle>
          <a:p>
            <a:pPr>
              <a:defRPr/>
            </a:pPr>
            <a:endParaRPr lang="en-US"/>
          </a:p>
        </p:txBody>
      </p:sp>
      <p:sp>
        <p:nvSpPr>
          <p:cNvPr id="15" name="Rectangle 17"/>
          <p:cNvSpPr>
            <a:spLocks noGrp="1" noChangeArrowheads="1"/>
          </p:cNvSpPr>
          <p:nvPr>
            <p:ph type="dt" sz="half" idx="11"/>
          </p:nvPr>
        </p:nvSpPr>
        <p:spPr bwMode="auto">
          <a:xfrm>
            <a:off x="990600" y="6248400"/>
            <a:ext cx="19050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l">
              <a:defRPr sz="1397">
                <a:solidFill>
                  <a:schemeClr val="bg2"/>
                </a:solidFill>
              </a:defRPr>
            </a:lvl1pPr>
          </a:lstStyle>
          <a:p>
            <a:pPr>
              <a:defRPr/>
            </a:pPr>
            <a:r>
              <a:rPr lang="en-US"/>
              <a:t>Tuesday, 1/6/2004</a:t>
            </a:r>
          </a:p>
        </p:txBody>
      </p:sp>
    </p:spTree>
    <p:extLst>
      <p:ext uri="{BB962C8B-B14F-4D97-AF65-F5344CB8AC3E}">
        <p14:creationId xmlns:p14="http://schemas.microsoft.com/office/powerpoint/2010/main" val="4814470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415728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399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1995"/>
            </a:lvl1pPr>
            <a:lvl2pPr marL="456057" indent="0">
              <a:buNone/>
              <a:defRPr sz="1795"/>
            </a:lvl2pPr>
            <a:lvl3pPr marL="912114" indent="0">
              <a:buNone/>
              <a:defRPr sz="1596"/>
            </a:lvl3pPr>
            <a:lvl4pPr marL="1368171" indent="0">
              <a:buNone/>
              <a:defRPr sz="1397"/>
            </a:lvl4pPr>
            <a:lvl5pPr marL="1824228" indent="0">
              <a:buNone/>
              <a:defRPr sz="1397"/>
            </a:lvl5pPr>
            <a:lvl6pPr marL="2280285" indent="0">
              <a:buNone/>
              <a:defRPr sz="1397"/>
            </a:lvl6pPr>
            <a:lvl7pPr marL="2736342" indent="0">
              <a:buNone/>
              <a:defRPr sz="1397"/>
            </a:lvl7pPr>
            <a:lvl8pPr marL="3192399" indent="0">
              <a:buNone/>
              <a:defRPr sz="1397"/>
            </a:lvl8pPr>
            <a:lvl9pPr marL="3648456" indent="0">
              <a:buNone/>
              <a:defRPr sz="1397"/>
            </a:lvl9pPr>
          </a:lstStyle>
          <a:p>
            <a:pPr lvl="0"/>
            <a:r>
              <a:rPr lang="en-US"/>
              <a:t>Click to edit Master text styles</a:t>
            </a:r>
          </a:p>
        </p:txBody>
      </p:sp>
    </p:spTree>
    <p:extLst>
      <p:ext uri="{BB962C8B-B14F-4D97-AF65-F5344CB8AC3E}">
        <p14:creationId xmlns:p14="http://schemas.microsoft.com/office/powerpoint/2010/main" val="2475223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981201"/>
            <a:ext cx="3886200" cy="4535488"/>
          </a:xfrm>
        </p:spPr>
        <p:txBody>
          <a:bodyPr/>
          <a:lstStyle>
            <a:lvl1pPr>
              <a:defRPr sz="2793"/>
            </a:lvl1pPr>
            <a:lvl2pPr>
              <a:defRPr sz="2394"/>
            </a:lvl2pPr>
            <a:lvl3pPr>
              <a:defRPr sz="1995"/>
            </a:lvl3pPr>
            <a:lvl4pPr>
              <a:defRPr sz="1795"/>
            </a:lvl4pPr>
            <a:lvl5pPr>
              <a:defRPr sz="1795"/>
            </a:lvl5pPr>
            <a:lvl6pPr>
              <a:defRPr sz="1795"/>
            </a:lvl6pPr>
            <a:lvl7pPr>
              <a:defRPr sz="1795"/>
            </a:lvl7pPr>
            <a:lvl8pPr>
              <a:defRPr sz="1795"/>
            </a:lvl8pPr>
            <a:lvl9pPr>
              <a:defRPr sz="17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981201"/>
            <a:ext cx="3886200" cy="4535488"/>
          </a:xfrm>
        </p:spPr>
        <p:txBody>
          <a:bodyPr/>
          <a:lstStyle>
            <a:lvl1pPr>
              <a:defRPr sz="2793"/>
            </a:lvl1pPr>
            <a:lvl2pPr>
              <a:defRPr sz="2394"/>
            </a:lvl2pPr>
            <a:lvl3pPr>
              <a:defRPr sz="1995"/>
            </a:lvl3pPr>
            <a:lvl4pPr>
              <a:defRPr sz="1795"/>
            </a:lvl4pPr>
            <a:lvl5pPr>
              <a:defRPr sz="1795"/>
            </a:lvl5pPr>
            <a:lvl6pPr>
              <a:defRPr sz="1795"/>
            </a:lvl6pPr>
            <a:lvl7pPr>
              <a:defRPr sz="1795"/>
            </a:lvl7pPr>
            <a:lvl8pPr>
              <a:defRPr sz="1795"/>
            </a:lvl8pPr>
            <a:lvl9pPr>
              <a:defRPr sz="17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07039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394"/>
            </a:lvl1pPr>
            <a:lvl2pPr>
              <a:defRPr sz="1995"/>
            </a:lvl2pPr>
            <a:lvl3pPr>
              <a:defRPr sz="1795"/>
            </a:lvl3pPr>
            <a:lvl4pPr>
              <a:defRPr sz="1596"/>
            </a:lvl4pPr>
            <a:lvl5pPr>
              <a:defRPr sz="1596"/>
            </a:lvl5pPr>
            <a:lvl6pPr>
              <a:defRPr sz="1596"/>
            </a:lvl6pPr>
            <a:lvl7pPr>
              <a:defRPr sz="1596"/>
            </a:lvl7pPr>
            <a:lvl8pPr>
              <a:defRPr sz="1596"/>
            </a:lvl8pPr>
            <a:lvl9pPr>
              <a:defRPr sz="159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2"/>
          </a:xfrm>
        </p:spPr>
        <p:txBody>
          <a:bodyPr anchor="b"/>
          <a:lstStyle>
            <a:lvl1pPr marL="0" indent="0">
              <a:buNone/>
              <a:defRPr sz="2394" b="1"/>
            </a:lvl1pPr>
            <a:lvl2pPr marL="456057" indent="0">
              <a:buNone/>
              <a:defRPr sz="1995" b="1"/>
            </a:lvl2pPr>
            <a:lvl3pPr marL="912114" indent="0">
              <a:buNone/>
              <a:defRPr sz="1795" b="1"/>
            </a:lvl3pPr>
            <a:lvl4pPr marL="1368171" indent="0">
              <a:buNone/>
              <a:defRPr sz="1596" b="1"/>
            </a:lvl4pPr>
            <a:lvl5pPr marL="1824228" indent="0">
              <a:buNone/>
              <a:defRPr sz="1596" b="1"/>
            </a:lvl5pPr>
            <a:lvl6pPr marL="2280285" indent="0">
              <a:buNone/>
              <a:defRPr sz="1596" b="1"/>
            </a:lvl6pPr>
            <a:lvl7pPr marL="2736342" indent="0">
              <a:buNone/>
              <a:defRPr sz="1596" b="1"/>
            </a:lvl7pPr>
            <a:lvl8pPr marL="3192399" indent="0">
              <a:buNone/>
              <a:defRPr sz="1596" b="1"/>
            </a:lvl8pPr>
            <a:lvl9pPr marL="3648456" indent="0">
              <a:buNone/>
              <a:defRPr sz="1596"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394"/>
            </a:lvl1pPr>
            <a:lvl2pPr>
              <a:defRPr sz="1995"/>
            </a:lvl2pPr>
            <a:lvl3pPr>
              <a:defRPr sz="1795"/>
            </a:lvl3pPr>
            <a:lvl4pPr>
              <a:defRPr sz="1596"/>
            </a:lvl4pPr>
            <a:lvl5pPr>
              <a:defRPr sz="1596"/>
            </a:lvl5pPr>
            <a:lvl6pPr>
              <a:defRPr sz="1596"/>
            </a:lvl6pPr>
            <a:lvl7pPr>
              <a:defRPr sz="1596"/>
            </a:lvl7pPr>
            <a:lvl8pPr>
              <a:defRPr sz="1596"/>
            </a:lvl8pPr>
            <a:lvl9pPr>
              <a:defRPr sz="159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927406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230540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7721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lstStyle>
            <a:lvl1pPr algn="l">
              <a:defRPr sz="1995" b="1"/>
            </a:lvl1pPr>
          </a:lstStyle>
          <a:p>
            <a:r>
              <a:rPr lang="en-US"/>
              <a:t>Click to edit Master title style</a:t>
            </a:r>
          </a:p>
        </p:txBody>
      </p:sp>
      <p:sp>
        <p:nvSpPr>
          <p:cNvPr id="3" name="Content Placeholder 2"/>
          <p:cNvSpPr>
            <a:spLocks noGrp="1"/>
          </p:cNvSpPr>
          <p:nvPr>
            <p:ph idx="1"/>
          </p:nvPr>
        </p:nvSpPr>
        <p:spPr>
          <a:xfrm>
            <a:off x="3575050" y="273051"/>
            <a:ext cx="5111750" cy="5853113"/>
          </a:xfrm>
        </p:spPr>
        <p:txBody>
          <a:bodyPr/>
          <a:lstStyle>
            <a:lvl1pPr>
              <a:defRPr sz="3192"/>
            </a:lvl1pPr>
            <a:lvl2pPr>
              <a:defRPr sz="2793"/>
            </a:lvl2pPr>
            <a:lvl3pPr>
              <a:defRPr sz="2394"/>
            </a:lvl3pPr>
            <a:lvl4pPr>
              <a:defRPr sz="1995"/>
            </a:lvl4pPr>
            <a:lvl5pPr>
              <a:defRPr sz="1995"/>
            </a:lvl5pPr>
            <a:lvl6pPr>
              <a:defRPr sz="1995"/>
            </a:lvl6pPr>
            <a:lvl7pPr>
              <a:defRPr sz="1995"/>
            </a:lvl7pPr>
            <a:lvl8pPr>
              <a:defRPr sz="1995"/>
            </a:lvl8pPr>
            <a:lvl9pPr>
              <a:defRPr sz="199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1"/>
            <a:ext cx="3008313" cy="4691063"/>
          </a:xfrm>
        </p:spPr>
        <p:txBody>
          <a:bodyPr/>
          <a:lstStyle>
            <a:lvl1pPr marL="0" indent="0">
              <a:buNone/>
              <a:defRPr sz="1397"/>
            </a:lvl1pPr>
            <a:lvl2pPr marL="456057" indent="0">
              <a:buNone/>
              <a:defRPr sz="1197"/>
            </a:lvl2pPr>
            <a:lvl3pPr marL="912114" indent="0">
              <a:buNone/>
              <a:defRPr sz="998"/>
            </a:lvl3pPr>
            <a:lvl4pPr marL="1368171" indent="0">
              <a:buNone/>
              <a:defRPr sz="898"/>
            </a:lvl4pPr>
            <a:lvl5pPr marL="1824228" indent="0">
              <a:buNone/>
              <a:defRPr sz="898"/>
            </a:lvl5pPr>
            <a:lvl6pPr marL="2280285" indent="0">
              <a:buNone/>
              <a:defRPr sz="898"/>
            </a:lvl6pPr>
            <a:lvl7pPr marL="2736342" indent="0">
              <a:buNone/>
              <a:defRPr sz="898"/>
            </a:lvl7pPr>
            <a:lvl8pPr marL="3192399" indent="0">
              <a:buNone/>
              <a:defRPr sz="898"/>
            </a:lvl8pPr>
            <a:lvl9pPr marL="3648456" indent="0">
              <a:buNone/>
              <a:defRPr sz="898"/>
            </a:lvl9pPr>
          </a:lstStyle>
          <a:p>
            <a:pPr lvl="0"/>
            <a:r>
              <a:rPr lang="en-US"/>
              <a:t>Click to edit Master text styles</a:t>
            </a:r>
          </a:p>
        </p:txBody>
      </p:sp>
    </p:spTree>
    <p:extLst>
      <p:ext uri="{BB962C8B-B14F-4D97-AF65-F5344CB8AC3E}">
        <p14:creationId xmlns:p14="http://schemas.microsoft.com/office/powerpoint/2010/main" val="39756761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1995"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192"/>
            </a:lvl1pPr>
            <a:lvl2pPr marL="456057" indent="0">
              <a:buNone/>
              <a:defRPr sz="2793"/>
            </a:lvl2pPr>
            <a:lvl3pPr marL="912114" indent="0">
              <a:buNone/>
              <a:defRPr sz="2394"/>
            </a:lvl3pPr>
            <a:lvl4pPr marL="1368171" indent="0">
              <a:buNone/>
              <a:defRPr sz="1995"/>
            </a:lvl4pPr>
            <a:lvl5pPr marL="1824228" indent="0">
              <a:buNone/>
              <a:defRPr sz="1995"/>
            </a:lvl5pPr>
            <a:lvl6pPr marL="2280285" indent="0">
              <a:buNone/>
              <a:defRPr sz="1995"/>
            </a:lvl6pPr>
            <a:lvl7pPr marL="2736342" indent="0">
              <a:buNone/>
              <a:defRPr sz="1995"/>
            </a:lvl7pPr>
            <a:lvl8pPr marL="3192399" indent="0">
              <a:buNone/>
              <a:defRPr sz="1995"/>
            </a:lvl8pPr>
            <a:lvl9pPr marL="3648456" indent="0">
              <a:buNone/>
              <a:defRPr sz="1995"/>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397"/>
            </a:lvl1pPr>
            <a:lvl2pPr marL="456057" indent="0">
              <a:buNone/>
              <a:defRPr sz="1197"/>
            </a:lvl2pPr>
            <a:lvl3pPr marL="912114" indent="0">
              <a:buNone/>
              <a:defRPr sz="998"/>
            </a:lvl3pPr>
            <a:lvl4pPr marL="1368171" indent="0">
              <a:buNone/>
              <a:defRPr sz="898"/>
            </a:lvl4pPr>
            <a:lvl5pPr marL="1824228" indent="0">
              <a:buNone/>
              <a:defRPr sz="898"/>
            </a:lvl5pPr>
            <a:lvl6pPr marL="2280285" indent="0">
              <a:buNone/>
              <a:defRPr sz="898"/>
            </a:lvl6pPr>
            <a:lvl7pPr marL="2736342" indent="0">
              <a:buNone/>
              <a:defRPr sz="898"/>
            </a:lvl7pPr>
            <a:lvl8pPr marL="3192399" indent="0">
              <a:buNone/>
              <a:defRPr sz="898"/>
            </a:lvl8pPr>
            <a:lvl9pPr marL="3648456" indent="0">
              <a:buNone/>
              <a:defRPr sz="898"/>
            </a:lvl9pPr>
          </a:lstStyle>
          <a:p>
            <a:pPr lvl="0"/>
            <a:r>
              <a:rPr lang="en-US"/>
              <a:t>Click to edit Master text styles</a:t>
            </a:r>
          </a:p>
        </p:txBody>
      </p:sp>
    </p:spTree>
    <p:extLst>
      <p:ext uri="{BB962C8B-B14F-4D97-AF65-F5344CB8AC3E}">
        <p14:creationId xmlns:p14="http://schemas.microsoft.com/office/powerpoint/2010/main" val="707084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3776399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04800"/>
            <a:ext cx="1981200" cy="6211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04800"/>
            <a:ext cx="5791200" cy="6211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7907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91440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2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28" name="Rectangle 4"/>
          <p:cNvSpPr>
            <a:spLocks noChangeArrowheads="1"/>
          </p:cNvSpPr>
          <p:nvPr/>
        </p:nvSpPr>
        <p:spPr bwMode="ltGray">
          <a:xfrm>
            <a:off x="415925" y="1219200"/>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29" name="Rectangle 5"/>
          <p:cNvSpPr>
            <a:spLocks noChangeArrowheads="1"/>
          </p:cNvSpPr>
          <p:nvPr/>
        </p:nvSpPr>
        <p:spPr bwMode="ltGray">
          <a:xfrm>
            <a:off x="762000" y="1219200"/>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30" name="Rectangle 6"/>
          <p:cNvSpPr>
            <a:spLocks noChangeArrowheads="1"/>
          </p:cNvSpPr>
          <p:nvPr/>
        </p:nvSpPr>
        <p:spPr bwMode="ltGray">
          <a:xfrm>
            <a:off x="49213" y="1066800"/>
            <a:ext cx="560387"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31" name="Rectangle 7"/>
          <p:cNvSpPr>
            <a:spLocks noChangeArrowheads="1"/>
          </p:cNvSpPr>
          <p:nvPr/>
        </p:nvSpPr>
        <p:spPr bwMode="gray">
          <a:xfrm>
            <a:off x="762000" y="53340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32" name="Rectangle 8"/>
          <p:cNvSpPr>
            <a:spLocks noChangeArrowheads="1"/>
          </p:cNvSpPr>
          <p:nvPr/>
        </p:nvSpPr>
        <p:spPr bwMode="gray">
          <a:xfrm>
            <a:off x="457200" y="13716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a:p>
        </p:txBody>
      </p:sp>
      <p:sp>
        <p:nvSpPr>
          <p:cNvPr id="1033" name="Rectangle 9"/>
          <p:cNvSpPr>
            <a:spLocks noGrp="1" noChangeArrowheads="1"/>
          </p:cNvSpPr>
          <p:nvPr>
            <p:ph type="title"/>
          </p:nvPr>
        </p:nvSpPr>
        <p:spPr bwMode="auto">
          <a:xfrm>
            <a:off x="914400" y="304800"/>
            <a:ext cx="7793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34" name="Rectangle 10"/>
          <p:cNvSpPr>
            <a:spLocks noGrp="1" noChangeArrowheads="1"/>
          </p:cNvSpPr>
          <p:nvPr>
            <p:ph type="body" idx="1"/>
          </p:nvPr>
        </p:nvSpPr>
        <p:spPr bwMode="auto">
          <a:xfrm>
            <a:off x="838200" y="1981200"/>
            <a:ext cx="7924800"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5" name="Rectangle 11"/>
          <p:cNvSpPr>
            <a:spLocks noChangeArrowheads="1"/>
          </p:cNvSpPr>
          <p:nvPr userDrawn="1"/>
        </p:nvSpPr>
        <p:spPr bwMode="auto">
          <a:xfrm>
            <a:off x="8305800" y="6553200"/>
            <a:ext cx="400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fld id="{7CE64373-3931-44D1-A92E-C787431BD355}" type="slidenum">
              <a:rPr lang="en-GB" sz="1400">
                <a:solidFill>
                  <a:srgbClr val="0000FF"/>
                </a:solidFill>
                <a:latin typeface="Arial" charset="0"/>
              </a:rPr>
              <a:pPr algn="l"/>
              <a:t>‹#›</a:t>
            </a:fld>
            <a:endParaRPr lang="en-US" sz="1400">
              <a:solidFill>
                <a:srgbClr val="0000FF"/>
              </a:solidFill>
              <a:latin typeface="Arial" charset="0"/>
            </a:endParaRPr>
          </a:p>
        </p:txBody>
      </p:sp>
    </p:spTree>
  </p:cSld>
  <p:clrMap bg1="lt1" tx1="dk1" bg2="lt2" tx2="dk2" accent1="accent1" accent2="accent2" accent3="accent3" accent4="accent4" accent5="accent5" accent6="accent6" hlink="hlink" folHlink="folHlink"/>
  <p:sldLayoutIdLst>
    <p:sldLayoutId id="2147483792"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3200">
          <a:solidFill>
            <a:schemeClr val="tx2"/>
          </a:solidFill>
          <a:latin typeface="Arial" charset="0"/>
        </a:defRPr>
      </a:lvl6pPr>
      <a:lvl7pPr marL="914400" algn="ctr" rtl="0" fontAlgn="base">
        <a:spcBef>
          <a:spcPct val="0"/>
        </a:spcBef>
        <a:spcAft>
          <a:spcPct val="0"/>
        </a:spcAft>
        <a:defRPr sz="3200">
          <a:solidFill>
            <a:schemeClr val="tx2"/>
          </a:solidFill>
          <a:latin typeface="Arial" charset="0"/>
        </a:defRPr>
      </a:lvl7pPr>
      <a:lvl8pPr marL="1371600" algn="ctr" rtl="0" fontAlgn="base">
        <a:spcBef>
          <a:spcPct val="0"/>
        </a:spcBef>
        <a:spcAft>
          <a:spcPct val="0"/>
        </a:spcAft>
        <a:defRPr sz="3200">
          <a:solidFill>
            <a:schemeClr val="tx2"/>
          </a:solidFill>
          <a:latin typeface="Arial" charset="0"/>
        </a:defRPr>
      </a:lvl8pPr>
      <a:lvl9pPr marL="1828800" algn="ctr" rtl="0" fontAlgn="base">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4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4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0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64F00E83-F0E9-FB5F-F134-16A32B4DF8E1}"/>
              </a:ext>
            </a:extLst>
          </p:cNvPr>
          <p:cNvSpPr>
            <a:spLocks noChangeArrowheads="1"/>
          </p:cNvSpPr>
          <p:nvPr/>
        </p:nvSpPr>
        <p:spPr bwMode="ltGray">
          <a:xfrm>
            <a:off x="417513" y="914401"/>
            <a:ext cx="438150" cy="474663"/>
          </a:xfrm>
          <a:prstGeom prst="rect">
            <a:avLst/>
          </a:prstGeom>
          <a:solidFill>
            <a:schemeClr val="accent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kumimoji="1" lang="en-US" altLang="en-US" sz="1795"/>
          </a:p>
        </p:txBody>
      </p:sp>
      <p:sp>
        <p:nvSpPr>
          <p:cNvPr id="2051" name="Rectangle 3">
            <a:extLst>
              <a:ext uri="{FF2B5EF4-FFF2-40B4-BE49-F238E27FC236}">
                <a16:creationId xmlns:a16="http://schemas.microsoft.com/office/drawing/2014/main" id="{0CE1DD52-0A9F-4D58-6E55-BB1D47FE97A0}"/>
              </a:ext>
            </a:extLst>
          </p:cNvPr>
          <p:cNvSpPr>
            <a:spLocks noChangeArrowheads="1"/>
          </p:cNvSpPr>
          <p:nvPr/>
        </p:nvSpPr>
        <p:spPr bwMode="ltGray">
          <a:xfrm>
            <a:off x="800102" y="1098551"/>
            <a:ext cx="328613" cy="474663"/>
          </a:xfrm>
          <a:prstGeom prst="rect">
            <a:avLst/>
          </a:prstGeom>
          <a:gradFill rotWithShape="0">
            <a:gsLst>
              <a:gs pos="0">
                <a:schemeClr val="accent2"/>
              </a:gs>
              <a:gs pos="100000">
                <a:schemeClr val="bg1"/>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kumimoji="1" lang="en-US" altLang="en-US" sz="1795"/>
          </a:p>
        </p:txBody>
      </p:sp>
      <p:sp>
        <p:nvSpPr>
          <p:cNvPr id="2052" name="Rectangle 4">
            <a:extLst>
              <a:ext uri="{FF2B5EF4-FFF2-40B4-BE49-F238E27FC236}">
                <a16:creationId xmlns:a16="http://schemas.microsoft.com/office/drawing/2014/main" id="{123AD223-615E-5391-79CE-E01EBE91B219}"/>
              </a:ext>
            </a:extLst>
          </p:cNvPr>
          <p:cNvSpPr>
            <a:spLocks noChangeArrowheads="1"/>
          </p:cNvSpPr>
          <p:nvPr/>
        </p:nvSpPr>
        <p:spPr bwMode="ltGray">
          <a:xfrm>
            <a:off x="415926" y="1219201"/>
            <a:ext cx="422275" cy="474663"/>
          </a:xfrm>
          <a:prstGeom prst="rect">
            <a:avLst/>
          </a:prstGeom>
          <a:solidFill>
            <a:schemeClr val="folHlink"/>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kumimoji="1" lang="en-US" altLang="en-US" sz="1795"/>
          </a:p>
        </p:txBody>
      </p:sp>
      <p:sp>
        <p:nvSpPr>
          <p:cNvPr id="2053" name="Rectangle 5">
            <a:extLst>
              <a:ext uri="{FF2B5EF4-FFF2-40B4-BE49-F238E27FC236}">
                <a16:creationId xmlns:a16="http://schemas.microsoft.com/office/drawing/2014/main" id="{394BB2A6-2CB0-615E-BC99-38EAF9B7FFE5}"/>
              </a:ext>
            </a:extLst>
          </p:cNvPr>
          <p:cNvSpPr>
            <a:spLocks noChangeArrowheads="1"/>
          </p:cNvSpPr>
          <p:nvPr/>
        </p:nvSpPr>
        <p:spPr bwMode="ltGray">
          <a:xfrm>
            <a:off x="762000" y="1219201"/>
            <a:ext cx="368300" cy="474663"/>
          </a:xfrm>
          <a:prstGeom prst="rect">
            <a:avLst/>
          </a:prstGeom>
          <a:gradFill rotWithShape="0">
            <a:gsLst>
              <a:gs pos="0">
                <a:schemeClr val="folHlink"/>
              </a:gs>
              <a:gs pos="100000">
                <a:schemeClr val="bg1"/>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kumimoji="1" lang="en-US" altLang="en-US" sz="1795"/>
          </a:p>
        </p:txBody>
      </p:sp>
      <p:sp>
        <p:nvSpPr>
          <p:cNvPr id="2054" name="Rectangle 6">
            <a:extLst>
              <a:ext uri="{FF2B5EF4-FFF2-40B4-BE49-F238E27FC236}">
                <a16:creationId xmlns:a16="http://schemas.microsoft.com/office/drawing/2014/main" id="{DF68D1CE-8260-6B49-3D98-7DBE781EDFE6}"/>
              </a:ext>
            </a:extLst>
          </p:cNvPr>
          <p:cNvSpPr>
            <a:spLocks noChangeArrowheads="1"/>
          </p:cNvSpPr>
          <p:nvPr/>
        </p:nvSpPr>
        <p:spPr bwMode="ltGray">
          <a:xfrm>
            <a:off x="49215" y="1066800"/>
            <a:ext cx="560387" cy="422275"/>
          </a:xfrm>
          <a:prstGeom prst="rect">
            <a:avLst/>
          </a:prstGeom>
          <a:gradFill rotWithShape="0">
            <a:gsLst>
              <a:gs pos="0">
                <a:schemeClr val="bg1"/>
              </a:gs>
              <a:gs pos="100000">
                <a:schemeClr val="hlink"/>
              </a:gs>
            </a:gsLst>
            <a:lin ang="1890000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kumimoji="1" lang="en-US" altLang="en-US" sz="1795"/>
          </a:p>
        </p:txBody>
      </p:sp>
      <p:sp>
        <p:nvSpPr>
          <p:cNvPr id="2055" name="Rectangle 7">
            <a:extLst>
              <a:ext uri="{FF2B5EF4-FFF2-40B4-BE49-F238E27FC236}">
                <a16:creationId xmlns:a16="http://schemas.microsoft.com/office/drawing/2014/main" id="{4FFCE9A8-5F94-7CAD-3314-40BD675ACE40}"/>
              </a:ext>
            </a:extLst>
          </p:cNvPr>
          <p:cNvSpPr>
            <a:spLocks noChangeArrowheads="1"/>
          </p:cNvSpPr>
          <p:nvPr/>
        </p:nvSpPr>
        <p:spPr bwMode="gray">
          <a:xfrm>
            <a:off x="762000" y="533401"/>
            <a:ext cx="31750" cy="1052513"/>
          </a:xfrm>
          <a:prstGeom prst="rect">
            <a:avLst/>
          </a:prstGeom>
          <a:solidFill>
            <a:schemeClr val="bg2"/>
          </a:soli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kumimoji="1" lang="en-US" altLang="en-US" sz="1795"/>
          </a:p>
        </p:txBody>
      </p:sp>
      <p:sp>
        <p:nvSpPr>
          <p:cNvPr id="2056" name="Rectangle 8">
            <a:extLst>
              <a:ext uri="{FF2B5EF4-FFF2-40B4-BE49-F238E27FC236}">
                <a16:creationId xmlns:a16="http://schemas.microsoft.com/office/drawing/2014/main" id="{0CEC3024-E745-F0F4-9A15-73B72DB5B8AE}"/>
              </a:ext>
            </a:extLst>
          </p:cNvPr>
          <p:cNvSpPr>
            <a:spLocks noChangeArrowheads="1"/>
          </p:cNvSpPr>
          <p:nvPr/>
        </p:nvSpPr>
        <p:spPr bwMode="gray">
          <a:xfrm>
            <a:off x="457202" y="1371601"/>
            <a:ext cx="8226425" cy="31750"/>
          </a:xfrm>
          <a:prstGeom prst="rect">
            <a:avLst/>
          </a:prstGeom>
          <a:gradFill rotWithShape="0">
            <a:gsLst>
              <a:gs pos="0">
                <a:schemeClr val="bg2"/>
              </a:gs>
              <a:gs pos="100000">
                <a:schemeClr val="bg1"/>
              </a:gs>
            </a:gsLst>
            <a:lin ang="0" scaled="1"/>
          </a:gradFill>
          <a:ln>
            <a:noFill/>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endParaRPr kumimoji="1" lang="en-US" altLang="en-US" sz="1795"/>
          </a:p>
        </p:txBody>
      </p:sp>
      <p:sp>
        <p:nvSpPr>
          <p:cNvPr id="2057" name="Rectangle 9">
            <a:extLst>
              <a:ext uri="{FF2B5EF4-FFF2-40B4-BE49-F238E27FC236}">
                <a16:creationId xmlns:a16="http://schemas.microsoft.com/office/drawing/2014/main" id="{F010CBE0-F1F4-AA07-DFA5-EF17BD7B3104}"/>
              </a:ext>
            </a:extLst>
          </p:cNvPr>
          <p:cNvSpPr>
            <a:spLocks noGrp="1" noChangeArrowheads="1"/>
          </p:cNvSpPr>
          <p:nvPr>
            <p:ph type="title"/>
          </p:nvPr>
        </p:nvSpPr>
        <p:spPr bwMode="auto">
          <a:xfrm>
            <a:off x="914400" y="304800"/>
            <a:ext cx="7793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FF945AC8-722D-AB74-9219-2C5BCAF2190F}"/>
              </a:ext>
            </a:extLst>
          </p:cNvPr>
          <p:cNvSpPr>
            <a:spLocks noGrp="1" noChangeArrowheads="1"/>
          </p:cNvSpPr>
          <p:nvPr>
            <p:ph type="body" idx="1"/>
          </p:nvPr>
        </p:nvSpPr>
        <p:spPr bwMode="auto">
          <a:xfrm>
            <a:off x="838200" y="1981201"/>
            <a:ext cx="7924800"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9" name="Rectangle 11">
            <a:extLst>
              <a:ext uri="{FF2B5EF4-FFF2-40B4-BE49-F238E27FC236}">
                <a16:creationId xmlns:a16="http://schemas.microsoft.com/office/drawing/2014/main" id="{920CC430-03E3-FA15-537B-0308B1A3FCA6}"/>
              </a:ext>
            </a:extLst>
          </p:cNvPr>
          <p:cNvSpPr>
            <a:spLocks noChangeArrowheads="1"/>
          </p:cNvSpPr>
          <p:nvPr userDrawn="1"/>
        </p:nvSpPr>
        <p:spPr bwMode="auto">
          <a:xfrm>
            <a:off x="8305800" y="6553200"/>
            <a:ext cx="400050" cy="304800"/>
          </a:xfrm>
          <a:prstGeom prst="rect">
            <a:avLst/>
          </a:prstGeom>
          <a:noFill/>
          <a:ln>
            <a:noFill/>
          </a:ln>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fld id="{441E9DD4-2876-4BBD-9E6F-C359C121EBD1}" type="slidenum">
              <a:rPr lang="en-GB" altLang="en-US" sz="1397" smtClean="0">
                <a:solidFill>
                  <a:srgbClr val="0000FF"/>
                </a:solidFill>
              </a:rPr>
              <a:pPr>
                <a:defRPr/>
              </a:pPr>
              <a:t>‹#›</a:t>
            </a:fld>
            <a:endParaRPr lang="en-US" altLang="en-US" sz="1397">
              <a:solidFill>
                <a:srgbClr val="0000FF"/>
              </a:solidFill>
            </a:endParaRPr>
          </a:p>
        </p:txBody>
      </p:sp>
    </p:spTree>
    <p:extLst>
      <p:ext uri="{BB962C8B-B14F-4D97-AF65-F5344CB8AC3E}">
        <p14:creationId xmlns:p14="http://schemas.microsoft.com/office/powerpoint/2010/main" val="2155200234"/>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Lst>
  <p:hf hdr="0" ftr="0" dt="0"/>
  <p:txStyles>
    <p:titleStyle>
      <a:lvl1pPr algn="ctr" rtl="0" eaLnBrk="0" fontAlgn="base" hangingPunct="0">
        <a:spcBef>
          <a:spcPct val="0"/>
        </a:spcBef>
        <a:spcAft>
          <a:spcPct val="0"/>
        </a:spcAft>
        <a:defRPr sz="3192">
          <a:solidFill>
            <a:schemeClr val="tx2"/>
          </a:solidFill>
          <a:latin typeface="+mj-lt"/>
          <a:ea typeface="+mj-ea"/>
          <a:cs typeface="+mj-cs"/>
        </a:defRPr>
      </a:lvl1pPr>
      <a:lvl2pPr algn="ctr" rtl="0" eaLnBrk="0" fontAlgn="base" hangingPunct="0">
        <a:spcBef>
          <a:spcPct val="0"/>
        </a:spcBef>
        <a:spcAft>
          <a:spcPct val="0"/>
        </a:spcAft>
        <a:defRPr sz="3192">
          <a:solidFill>
            <a:schemeClr val="tx2"/>
          </a:solidFill>
          <a:latin typeface="Arial" charset="0"/>
        </a:defRPr>
      </a:lvl2pPr>
      <a:lvl3pPr algn="ctr" rtl="0" eaLnBrk="0" fontAlgn="base" hangingPunct="0">
        <a:spcBef>
          <a:spcPct val="0"/>
        </a:spcBef>
        <a:spcAft>
          <a:spcPct val="0"/>
        </a:spcAft>
        <a:defRPr sz="3192">
          <a:solidFill>
            <a:schemeClr val="tx2"/>
          </a:solidFill>
          <a:latin typeface="Arial" charset="0"/>
        </a:defRPr>
      </a:lvl3pPr>
      <a:lvl4pPr algn="ctr" rtl="0" eaLnBrk="0" fontAlgn="base" hangingPunct="0">
        <a:spcBef>
          <a:spcPct val="0"/>
        </a:spcBef>
        <a:spcAft>
          <a:spcPct val="0"/>
        </a:spcAft>
        <a:defRPr sz="3192">
          <a:solidFill>
            <a:schemeClr val="tx2"/>
          </a:solidFill>
          <a:latin typeface="Arial" charset="0"/>
        </a:defRPr>
      </a:lvl4pPr>
      <a:lvl5pPr algn="ctr" rtl="0" eaLnBrk="0" fontAlgn="base" hangingPunct="0">
        <a:spcBef>
          <a:spcPct val="0"/>
        </a:spcBef>
        <a:spcAft>
          <a:spcPct val="0"/>
        </a:spcAft>
        <a:defRPr sz="3192">
          <a:solidFill>
            <a:schemeClr val="tx2"/>
          </a:solidFill>
          <a:latin typeface="Arial" charset="0"/>
        </a:defRPr>
      </a:lvl5pPr>
      <a:lvl6pPr marL="456057" algn="ctr" rtl="0" fontAlgn="base">
        <a:spcBef>
          <a:spcPct val="0"/>
        </a:spcBef>
        <a:spcAft>
          <a:spcPct val="0"/>
        </a:spcAft>
        <a:defRPr sz="3192">
          <a:solidFill>
            <a:schemeClr val="tx2"/>
          </a:solidFill>
          <a:latin typeface="Arial" charset="0"/>
        </a:defRPr>
      </a:lvl6pPr>
      <a:lvl7pPr marL="912114" algn="ctr" rtl="0" fontAlgn="base">
        <a:spcBef>
          <a:spcPct val="0"/>
        </a:spcBef>
        <a:spcAft>
          <a:spcPct val="0"/>
        </a:spcAft>
        <a:defRPr sz="3192">
          <a:solidFill>
            <a:schemeClr val="tx2"/>
          </a:solidFill>
          <a:latin typeface="Arial" charset="0"/>
        </a:defRPr>
      </a:lvl7pPr>
      <a:lvl8pPr marL="1368171" algn="ctr" rtl="0" fontAlgn="base">
        <a:spcBef>
          <a:spcPct val="0"/>
        </a:spcBef>
        <a:spcAft>
          <a:spcPct val="0"/>
        </a:spcAft>
        <a:defRPr sz="3192">
          <a:solidFill>
            <a:schemeClr val="tx2"/>
          </a:solidFill>
          <a:latin typeface="Arial" charset="0"/>
        </a:defRPr>
      </a:lvl8pPr>
      <a:lvl9pPr marL="1824228" algn="ctr" rtl="0" fontAlgn="base">
        <a:spcBef>
          <a:spcPct val="0"/>
        </a:spcBef>
        <a:spcAft>
          <a:spcPct val="0"/>
        </a:spcAft>
        <a:defRPr sz="3192">
          <a:solidFill>
            <a:schemeClr val="tx2"/>
          </a:solidFill>
          <a:latin typeface="Arial" charset="0"/>
        </a:defRPr>
      </a:lvl9pPr>
    </p:titleStyle>
    <p:bodyStyle>
      <a:lvl1pPr marL="342043" indent="-342043" algn="l" rtl="0" eaLnBrk="0" fontAlgn="base" hangingPunct="0">
        <a:spcBef>
          <a:spcPct val="20000"/>
        </a:spcBef>
        <a:spcAft>
          <a:spcPct val="0"/>
        </a:spcAft>
        <a:buClr>
          <a:schemeClr val="folHlink"/>
        </a:buClr>
        <a:buSzPct val="60000"/>
        <a:buFont typeface="Wingdings" panose="05000000000000000000" pitchFamily="2" charset="2"/>
        <a:buChar char="n"/>
        <a:defRPr sz="2394">
          <a:solidFill>
            <a:schemeClr val="tx1"/>
          </a:solidFill>
          <a:latin typeface="+mn-lt"/>
          <a:ea typeface="+mn-ea"/>
          <a:cs typeface="+mn-cs"/>
        </a:defRPr>
      </a:lvl1pPr>
      <a:lvl2pPr marL="741093" indent="-285036" algn="l" rtl="0" eaLnBrk="0" fontAlgn="base" hangingPunct="0">
        <a:spcBef>
          <a:spcPct val="20000"/>
        </a:spcBef>
        <a:spcAft>
          <a:spcPct val="0"/>
        </a:spcAft>
        <a:buClr>
          <a:schemeClr val="hlink"/>
        </a:buClr>
        <a:buSzPct val="55000"/>
        <a:buFont typeface="Wingdings" panose="05000000000000000000" pitchFamily="2" charset="2"/>
        <a:buChar char="n"/>
        <a:defRPr sz="2394">
          <a:solidFill>
            <a:schemeClr val="tx1"/>
          </a:solidFill>
          <a:latin typeface="+mn-lt"/>
        </a:defRPr>
      </a:lvl2pPr>
      <a:lvl3pPr marL="1140143" indent="-228029" algn="l" rtl="0" eaLnBrk="0" fontAlgn="base" hangingPunct="0">
        <a:spcBef>
          <a:spcPct val="20000"/>
        </a:spcBef>
        <a:spcAft>
          <a:spcPct val="0"/>
        </a:spcAft>
        <a:buClr>
          <a:schemeClr val="folHlink"/>
        </a:buClr>
        <a:buSzPct val="50000"/>
        <a:buFont typeface="Wingdings" panose="05000000000000000000" pitchFamily="2" charset="2"/>
        <a:buChar char="n"/>
        <a:defRPr sz="1995">
          <a:solidFill>
            <a:schemeClr val="tx1"/>
          </a:solidFill>
          <a:latin typeface="+mn-lt"/>
        </a:defRPr>
      </a:lvl3pPr>
      <a:lvl4pPr marL="1596200" indent="-228029" algn="l" rtl="0" eaLnBrk="0" fontAlgn="base" hangingPunct="0">
        <a:spcBef>
          <a:spcPct val="20000"/>
        </a:spcBef>
        <a:spcAft>
          <a:spcPct val="0"/>
        </a:spcAft>
        <a:buClr>
          <a:schemeClr val="accent2"/>
        </a:buClr>
        <a:buSzPct val="55000"/>
        <a:buFont typeface="Wingdings" panose="05000000000000000000" pitchFamily="2" charset="2"/>
        <a:buChar char="n"/>
        <a:defRPr sz="1995">
          <a:solidFill>
            <a:schemeClr val="tx1"/>
          </a:solidFill>
          <a:latin typeface="+mn-lt"/>
        </a:defRPr>
      </a:lvl4pPr>
      <a:lvl5pPr marL="2052257" indent="-228029" algn="l" rtl="0" eaLnBrk="0" fontAlgn="base" hangingPunct="0">
        <a:spcBef>
          <a:spcPct val="20000"/>
        </a:spcBef>
        <a:spcAft>
          <a:spcPct val="0"/>
        </a:spcAft>
        <a:buClr>
          <a:schemeClr val="accent1"/>
        </a:buClr>
        <a:buSzPct val="50000"/>
        <a:buFont typeface="Wingdings" panose="05000000000000000000" pitchFamily="2" charset="2"/>
        <a:buChar char="n"/>
        <a:defRPr sz="1995">
          <a:solidFill>
            <a:schemeClr val="tx1"/>
          </a:solidFill>
          <a:latin typeface="+mn-lt"/>
        </a:defRPr>
      </a:lvl5pPr>
      <a:lvl6pPr marL="2508314" indent="-228029" algn="l" rtl="0" fontAlgn="base">
        <a:spcBef>
          <a:spcPct val="20000"/>
        </a:spcBef>
        <a:spcAft>
          <a:spcPct val="0"/>
        </a:spcAft>
        <a:buClr>
          <a:schemeClr val="accent1"/>
        </a:buClr>
        <a:buSzPct val="50000"/>
        <a:buFont typeface="Wingdings" pitchFamily="2" charset="2"/>
        <a:buChar char="n"/>
        <a:defRPr sz="1995">
          <a:solidFill>
            <a:schemeClr val="tx1"/>
          </a:solidFill>
          <a:latin typeface="+mn-lt"/>
        </a:defRPr>
      </a:lvl6pPr>
      <a:lvl7pPr marL="2964371" indent="-228029" algn="l" rtl="0" fontAlgn="base">
        <a:spcBef>
          <a:spcPct val="20000"/>
        </a:spcBef>
        <a:spcAft>
          <a:spcPct val="0"/>
        </a:spcAft>
        <a:buClr>
          <a:schemeClr val="accent1"/>
        </a:buClr>
        <a:buSzPct val="50000"/>
        <a:buFont typeface="Wingdings" pitchFamily="2" charset="2"/>
        <a:buChar char="n"/>
        <a:defRPr sz="1995">
          <a:solidFill>
            <a:schemeClr val="tx1"/>
          </a:solidFill>
          <a:latin typeface="+mn-lt"/>
        </a:defRPr>
      </a:lvl7pPr>
      <a:lvl8pPr marL="3420428" indent="-228029" algn="l" rtl="0" fontAlgn="base">
        <a:spcBef>
          <a:spcPct val="20000"/>
        </a:spcBef>
        <a:spcAft>
          <a:spcPct val="0"/>
        </a:spcAft>
        <a:buClr>
          <a:schemeClr val="accent1"/>
        </a:buClr>
        <a:buSzPct val="50000"/>
        <a:buFont typeface="Wingdings" pitchFamily="2" charset="2"/>
        <a:buChar char="n"/>
        <a:defRPr sz="1995">
          <a:solidFill>
            <a:schemeClr val="tx1"/>
          </a:solidFill>
          <a:latin typeface="+mn-lt"/>
        </a:defRPr>
      </a:lvl8pPr>
      <a:lvl9pPr marL="3876485" indent="-228029" algn="l" rtl="0" fontAlgn="base">
        <a:spcBef>
          <a:spcPct val="20000"/>
        </a:spcBef>
        <a:spcAft>
          <a:spcPct val="0"/>
        </a:spcAft>
        <a:buClr>
          <a:schemeClr val="accent1"/>
        </a:buClr>
        <a:buSzPct val="50000"/>
        <a:buFont typeface="Wingdings" pitchFamily="2" charset="2"/>
        <a:buChar char="n"/>
        <a:defRPr sz="1995">
          <a:solidFill>
            <a:schemeClr val="tx1"/>
          </a:solidFill>
          <a:latin typeface="+mn-lt"/>
        </a:defRPr>
      </a:lvl9pPr>
    </p:bodyStyle>
    <p:otherStyle>
      <a:defPPr>
        <a:defRPr lang="en-US"/>
      </a:defPPr>
      <a:lvl1pPr marL="0" algn="l" defTabSz="912114" rtl="0" eaLnBrk="1" latinLnBrk="0" hangingPunct="1">
        <a:defRPr sz="1795" kern="1200">
          <a:solidFill>
            <a:schemeClr val="tx1"/>
          </a:solidFill>
          <a:latin typeface="+mn-lt"/>
          <a:ea typeface="+mn-ea"/>
          <a:cs typeface="+mn-cs"/>
        </a:defRPr>
      </a:lvl1pPr>
      <a:lvl2pPr marL="456057" algn="l" defTabSz="912114" rtl="0" eaLnBrk="1" latinLnBrk="0" hangingPunct="1">
        <a:defRPr sz="1795" kern="1200">
          <a:solidFill>
            <a:schemeClr val="tx1"/>
          </a:solidFill>
          <a:latin typeface="+mn-lt"/>
          <a:ea typeface="+mn-ea"/>
          <a:cs typeface="+mn-cs"/>
        </a:defRPr>
      </a:lvl2pPr>
      <a:lvl3pPr marL="912114" algn="l" defTabSz="912114" rtl="0" eaLnBrk="1" latinLnBrk="0" hangingPunct="1">
        <a:defRPr sz="1795" kern="1200">
          <a:solidFill>
            <a:schemeClr val="tx1"/>
          </a:solidFill>
          <a:latin typeface="+mn-lt"/>
          <a:ea typeface="+mn-ea"/>
          <a:cs typeface="+mn-cs"/>
        </a:defRPr>
      </a:lvl3pPr>
      <a:lvl4pPr marL="1368171" algn="l" defTabSz="912114" rtl="0" eaLnBrk="1" latinLnBrk="0" hangingPunct="1">
        <a:defRPr sz="1795" kern="1200">
          <a:solidFill>
            <a:schemeClr val="tx1"/>
          </a:solidFill>
          <a:latin typeface="+mn-lt"/>
          <a:ea typeface="+mn-ea"/>
          <a:cs typeface="+mn-cs"/>
        </a:defRPr>
      </a:lvl4pPr>
      <a:lvl5pPr marL="1824228" algn="l" defTabSz="912114" rtl="0" eaLnBrk="1" latinLnBrk="0" hangingPunct="1">
        <a:defRPr sz="1795" kern="1200">
          <a:solidFill>
            <a:schemeClr val="tx1"/>
          </a:solidFill>
          <a:latin typeface="+mn-lt"/>
          <a:ea typeface="+mn-ea"/>
          <a:cs typeface="+mn-cs"/>
        </a:defRPr>
      </a:lvl5pPr>
      <a:lvl6pPr marL="2280285" algn="l" defTabSz="912114" rtl="0" eaLnBrk="1" latinLnBrk="0" hangingPunct="1">
        <a:defRPr sz="1795" kern="1200">
          <a:solidFill>
            <a:schemeClr val="tx1"/>
          </a:solidFill>
          <a:latin typeface="+mn-lt"/>
          <a:ea typeface="+mn-ea"/>
          <a:cs typeface="+mn-cs"/>
        </a:defRPr>
      </a:lvl6pPr>
      <a:lvl7pPr marL="2736342" algn="l" defTabSz="912114" rtl="0" eaLnBrk="1" latinLnBrk="0" hangingPunct="1">
        <a:defRPr sz="1795" kern="1200">
          <a:solidFill>
            <a:schemeClr val="tx1"/>
          </a:solidFill>
          <a:latin typeface="+mn-lt"/>
          <a:ea typeface="+mn-ea"/>
          <a:cs typeface="+mn-cs"/>
        </a:defRPr>
      </a:lvl7pPr>
      <a:lvl8pPr marL="3192399" algn="l" defTabSz="912114" rtl="0" eaLnBrk="1" latinLnBrk="0" hangingPunct="1">
        <a:defRPr sz="1795" kern="1200">
          <a:solidFill>
            <a:schemeClr val="tx1"/>
          </a:solidFill>
          <a:latin typeface="+mn-lt"/>
          <a:ea typeface="+mn-ea"/>
          <a:cs typeface="+mn-cs"/>
        </a:defRPr>
      </a:lvl8pPr>
      <a:lvl9pPr marL="3648456" algn="l" defTabSz="912114" rtl="0" eaLnBrk="1" latinLnBrk="0" hangingPunct="1">
        <a:defRPr sz="179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417513" y="914401"/>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sz="1795"/>
          </a:p>
        </p:txBody>
      </p:sp>
      <p:sp>
        <p:nvSpPr>
          <p:cNvPr id="1027" name="Rectangle 3"/>
          <p:cNvSpPr>
            <a:spLocks noChangeArrowheads="1"/>
          </p:cNvSpPr>
          <p:nvPr/>
        </p:nvSpPr>
        <p:spPr bwMode="ltGray">
          <a:xfrm>
            <a:off x="800102" y="1098551"/>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sz="1795"/>
          </a:p>
        </p:txBody>
      </p:sp>
      <p:sp>
        <p:nvSpPr>
          <p:cNvPr id="1028" name="Rectangle 4"/>
          <p:cNvSpPr>
            <a:spLocks noChangeArrowheads="1"/>
          </p:cNvSpPr>
          <p:nvPr/>
        </p:nvSpPr>
        <p:spPr bwMode="ltGray">
          <a:xfrm>
            <a:off x="415926" y="1219201"/>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sz="1795"/>
          </a:p>
        </p:txBody>
      </p:sp>
      <p:sp>
        <p:nvSpPr>
          <p:cNvPr id="1029" name="Rectangle 5"/>
          <p:cNvSpPr>
            <a:spLocks noChangeArrowheads="1"/>
          </p:cNvSpPr>
          <p:nvPr/>
        </p:nvSpPr>
        <p:spPr bwMode="ltGray">
          <a:xfrm>
            <a:off x="762000" y="1219201"/>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sz="1795"/>
          </a:p>
        </p:txBody>
      </p:sp>
      <p:sp>
        <p:nvSpPr>
          <p:cNvPr id="1030" name="Rectangle 6"/>
          <p:cNvSpPr>
            <a:spLocks noChangeArrowheads="1"/>
          </p:cNvSpPr>
          <p:nvPr/>
        </p:nvSpPr>
        <p:spPr bwMode="ltGray">
          <a:xfrm>
            <a:off x="49215" y="1066800"/>
            <a:ext cx="560387"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sz="1795"/>
          </a:p>
        </p:txBody>
      </p:sp>
      <p:sp>
        <p:nvSpPr>
          <p:cNvPr id="1031" name="Rectangle 7"/>
          <p:cNvSpPr>
            <a:spLocks noChangeArrowheads="1"/>
          </p:cNvSpPr>
          <p:nvPr/>
        </p:nvSpPr>
        <p:spPr bwMode="gray">
          <a:xfrm>
            <a:off x="762000" y="533401"/>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sz="1795"/>
          </a:p>
        </p:txBody>
      </p:sp>
      <p:sp>
        <p:nvSpPr>
          <p:cNvPr id="1032" name="Rectangle 8"/>
          <p:cNvSpPr>
            <a:spLocks noChangeArrowheads="1"/>
          </p:cNvSpPr>
          <p:nvPr/>
        </p:nvSpPr>
        <p:spPr bwMode="gray">
          <a:xfrm>
            <a:off x="457202" y="1371601"/>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kumimoji="1" lang="en-US" sz="1795"/>
          </a:p>
        </p:txBody>
      </p:sp>
      <p:sp>
        <p:nvSpPr>
          <p:cNvPr id="1033" name="Rectangle 9"/>
          <p:cNvSpPr>
            <a:spLocks noGrp="1" noChangeArrowheads="1"/>
          </p:cNvSpPr>
          <p:nvPr>
            <p:ph type="title"/>
          </p:nvPr>
        </p:nvSpPr>
        <p:spPr bwMode="auto">
          <a:xfrm>
            <a:off x="914400" y="304800"/>
            <a:ext cx="779303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34" name="Rectangle 10"/>
          <p:cNvSpPr>
            <a:spLocks noGrp="1" noChangeArrowheads="1"/>
          </p:cNvSpPr>
          <p:nvPr>
            <p:ph type="body" idx="1"/>
          </p:nvPr>
        </p:nvSpPr>
        <p:spPr bwMode="auto">
          <a:xfrm>
            <a:off x="838200" y="1981201"/>
            <a:ext cx="7924800" cy="453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5" name="Rectangle 11"/>
          <p:cNvSpPr>
            <a:spLocks noChangeArrowheads="1"/>
          </p:cNvSpPr>
          <p:nvPr userDrawn="1"/>
        </p:nvSpPr>
        <p:spPr bwMode="auto">
          <a:xfrm>
            <a:off x="8305800" y="6553200"/>
            <a:ext cx="400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l"/>
            <a:fld id="{7CE64373-3931-44D1-A92E-C787431BD355}" type="slidenum">
              <a:rPr lang="en-GB" sz="1397">
                <a:solidFill>
                  <a:srgbClr val="0000FF"/>
                </a:solidFill>
                <a:latin typeface="Arial" charset="0"/>
              </a:rPr>
              <a:pPr algn="l"/>
              <a:t>‹#›</a:t>
            </a:fld>
            <a:endParaRPr lang="en-US" sz="1397">
              <a:solidFill>
                <a:srgbClr val="0000FF"/>
              </a:solidFill>
              <a:latin typeface="Arial" charset="0"/>
            </a:endParaRPr>
          </a:p>
        </p:txBody>
      </p:sp>
    </p:spTree>
    <p:extLst>
      <p:ext uri="{BB962C8B-B14F-4D97-AF65-F5344CB8AC3E}">
        <p14:creationId xmlns:p14="http://schemas.microsoft.com/office/powerpoint/2010/main" val="960993853"/>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txStyles>
    <p:titleStyle>
      <a:lvl1pPr algn="ctr" rtl="0" eaLnBrk="0" fontAlgn="base" hangingPunct="0">
        <a:spcBef>
          <a:spcPct val="0"/>
        </a:spcBef>
        <a:spcAft>
          <a:spcPct val="0"/>
        </a:spcAft>
        <a:defRPr sz="3192">
          <a:solidFill>
            <a:schemeClr val="tx2"/>
          </a:solidFill>
          <a:latin typeface="+mj-lt"/>
          <a:ea typeface="+mj-ea"/>
          <a:cs typeface="+mj-cs"/>
        </a:defRPr>
      </a:lvl1pPr>
      <a:lvl2pPr algn="ctr" rtl="0" eaLnBrk="0" fontAlgn="base" hangingPunct="0">
        <a:spcBef>
          <a:spcPct val="0"/>
        </a:spcBef>
        <a:spcAft>
          <a:spcPct val="0"/>
        </a:spcAft>
        <a:defRPr sz="3192">
          <a:solidFill>
            <a:schemeClr val="tx2"/>
          </a:solidFill>
          <a:latin typeface="Arial" charset="0"/>
        </a:defRPr>
      </a:lvl2pPr>
      <a:lvl3pPr algn="ctr" rtl="0" eaLnBrk="0" fontAlgn="base" hangingPunct="0">
        <a:spcBef>
          <a:spcPct val="0"/>
        </a:spcBef>
        <a:spcAft>
          <a:spcPct val="0"/>
        </a:spcAft>
        <a:defRPr sz="3192">
          <a:solidFill>
            <a:schemeClr val="tx2"/>
          </a:solidFill>
          <a:latin typeface="Arial" charset="0"/>
        </a:defRPr>
      </a:lvl3pPr>
      <a:lvl4pPr algn="ctr" rtl="0" eaLnBrk="0" fontAlgn="base" hangingPunct="0">
        <a:spcBef>
          <a:spcPct val="0"/>
        </a:spcBef>
        <a:spcAft>
          <a:spcPct val="0"/>
        </a:spcAft>
        <a:defRPr sz="3192">
          <a:solidFill>
            <a:schemeClr val="tx2"/>
          </a:solidFill>
          <a:latin typeface="Arial" charset="0"/>
        </a:defRPr>
      </a:lvl4pPr>
      <a:lvl5pPr algn="ctr" rtl="0" eaLnBrk="0" fontAlgn="base" hangingPunct="0">
        <a:spcBef>
          <a:spcPct val="0"/>
        </a:spcBef>
        <a:spcAft>
          <a:spcPct val="0"/>
        </a:spcAft>
        <a:defRPr sz="3192">
          <a:solidFill>
            <a:schemeClr val="tx2"/>
          </a:solidFill>
          <a:latin typeface="Arial" charset="0"/>
        </a:defRPr>
      </a:lvl5pPr>
      <a:lvl6pPr marL="456057" algn="ctr" rtl="0" fontAlgn="base">
        <a:spcBef>
          <a:spcPct val="0"/>
        </a:spcBef>
        <a:spcAft>
          <a:spcPct val="0"/>
        </a:spcAft>
        <a:defRPr sz="3192">
          <a:solidFill>
            <a:schemeClr val="tx2"/>
          </a:solidFill>
          <a:latin typeface="Arial" charset="0"/>
        </a:defRPr>
      </a:lvl6pPr>
      <a:lvl7pPr marL="912114" algn="ctr" rtl="0" fontAlgn="base">
        <a:spcBef>
          <a:spcPct val="0"/>
        </a:spcBef>
        <a:spcAft>
          <a:spcPct val="0"/>
        </a:spcAft>
        <a:defRPr sz="3192">
          <a:solidFill>
            <a:schemeClr val="tx2"/>
          </a:solidFill>
          <a:latin typeface="Arial" charset="0"/>
        </a:defRPr>
      </a:lvl7pPr>
      <a:lvl8pPr marL="1368171" algn="ctr" rtl="0" fontAlgn="base">
        <a:spcBef>
          <a:spcPct val="0"/>
        </a:spcBef>
        <a:spcAft>
          <a:spcPct val="0"/>
        </a:spcAft>
        <a:defRPr sz="3192">
          <a:solidFill>
            <a:schemeClr val="tx2"/>
          </a:solidFill>
          <a:latin typeface="Arial" charset="0"/>
        </a:defRPr>
      </a:lvl8pPr>
      <a:lvl9pPr marL="1824228" algn="ctr" rtl="0" fontAlgn="base">
        <a:spcBef>
          <a:spcPct val="0"/>
        </a:spcBef>
        <a:spcAft>
          <a:spcPct val="0"/>
        </a:spcAft>
        <a:defRPr sz="3192">
          <a:solidFill>
            <a:schemeClr val="tx2"/>
          </a:solidFill>
          <a:latin typeface="Arial" charset="0"/>
        </a:defRPr>
      </a:lvl9pPr>
    </p:titleStyle>
    <p:bodyStyle>
      <a:lvl1pPr marL="342043" indent="-342043" algn="l" rtl="0" eaLnBrk="0" fontAlgn="base" hangingPunct="0">
        <a:spcBef>
          <a:spcPct val="20000"/>
        </a:spcBef>
        <a:spcAft>
          <a:spcPct val="0"/>
        </a:spcAft>
        <a:buClr>
          <a:schemeClr val="folHlink"/>
        </a:buClr>
        <a:buSzPct val="60000"/>
        <a:buFont typeface="Wingdings" pitchFamily="2" charset="2"/>
        <a:buChar char="n"/>
        <a:defRPr sz="2394">
          <a:solidFill>
            <a:schemeClr val="tx1"/>
          </a:solidFill>
          <a:latin typeface="+mn-lt"/>
          <a:ea typeface="+mn-ea"/>
          <a:cs typeface="+mn-cs"/>
        </a:defRPr>
      </a:lvl1pPr>
      <a:lvl2pPr marL="741093" indent="-285036" algn="l" rtl="0" eaLnBrk="0" fontAlgn="base" hangingPunct="0">
        <a:spcBef>
          <a:spcPct val="20000"/>
        </a:spcBef>
        <a:spcAft>
          <a:spcPct val="0"/>
        </a:spcAft>
        <a:buClr>
          <a:schemeClr val="hlink"/>
        </a:buClr>
        <a:buSzPct val="55000"/>
        <a:buFont typeface="Wingdings" pitchFamily="2" charset="2"/>
        <a:buChar char="n"/>
        <a:defRPr sz="2394">
          <a:solidFill>
            <a:schemeClr val="tx1"/>
          </a:solidFill>
          <a:latin typeface="+mn-lt"/>
        </a:defRPr>
      </a:lvl2pPr>
      <a:lvl3pPr marL="1140143" indent="-228029" algn="l" rtl="0" eaLnBrk="0" fontAlgn="base" hangingPunct="0">
        <a:spcBef>
          <a:spcPct val="20000"/>
        </a:spcBef>
        <a:spcAft>
          <a:spcPct val="0"/>
        </a:spcAft>
        <a:buClr>
          <a:schemeClr val="folHlink"/>
        </a:buClr>
        <a:buSzPct val="50000"/>
        <a:buFont typeface="Wingdings" pitchFamily="2" charset="2"/>
        <a:buChar char="n"/>
        <a:defRPr sz="1995">
          <a:solidFill>
            <a:schemeClr val="tx1"/>
          </a:solidFill>
          <a:latin typeface="+mn-lt"/>
        </a:defRPr>
      </a:lvl3pPr>
      <a:lvl4pPr marL="1596200" indent="-228029" algn="l" rtl="0" eaLnBrk="0" fontAlgn="base" hangingPunct="0">
        <a:spcBef>
          <a:spcPct val="20000"/>
        </a:spcBef>
        <a:spcAft>
          <a:spcPct val="0"/>
        </a:spcAft>
        <a:buClr>
          <a:schemeClr val="accent2"/>
        </a:buClr>
        <a:buSzPct val="55000"/>
        <a:buFont typeface="Wingdings" pitchFamily="2" charset="2"/>
        <a:buChar char="n"/>
        <a:defRPr sz="1995">
          <a:solidFill>
            <a:schemeClr val="tx1"/>
          </a:solidFill>
          <a:latin typeface="+mn-lt"/>
        </a:defRPr>
      </a:lvl4pPr>
      <a:lvl5pPr marL="2052257" indent="-228029" algn="l" rtl="0" eaLnBrk="0" fontAlgn="base" hangingPunct="0">
        <a:spcBef>
          <a:spcPct val="20000"/>
        </a:spcBef>
        <a:spcAft>
          <a:spcPct val="0"/>
        </a:spcAft>
        <a:buClr>
          <a:schemeClr val="accent1"/>
        </a:buClr>
        <a:buSzPct val="50000"/>
        <a:buFont typeface="Wingdings" pitchFamily="2" charset="2"/>
        <a:buChar char="n"/>
        <a:defRPr sz="1995">
          <a:solidFill>
            <a:schemeClr val="tx1"/>
          </a:solidFill>
          <a:latin typeface="+mn-lt"/>
        </a:defRPr>
      </a:lvl5pPr>
      <a:lvl6pPr marL="2508314" indent="-228029" algn="l" rtl="0" fontAlgn="base">
        <a:spcBef>
          <a:spcPct val="20000"/>
        </a:spcBef>
        <a:spcAft>
          <a:spcPct val="0"/>
        </a:spcAft>
        <a:buClr>
          <a:schemeClr val="accent1"/>
        </a:buClr>
        <a:buSzPct val="50000"/>
        <a:buFont typeface="Wingdings" pitchFamily="2" charset="2"/>
        <a:buChar char="n"/>
        <a:defRPr sz="1995">
          <a:solidFill>
            <a:schemeClr val="tx1"/>
          </a:solidFill>
          <a:latin typeface="+mn-lt"/>
        </a:defRPr>
      </a:lvl6pPr>
      <a:lvl7pPr marL="2964371" indent="-228029" algn="l" rtl="0" fontAlgn="base">
        <a:spcBef>
          <a:spcPct val="20000"/>
        </a:spcBef>
        <a:spcAft>
          <a:spcPct val="0"/>
        </a:spcAft>
        <a:buClr>
          <a:schemeClr val="accent1"/>
        </a:buClr>
        <a:buSzPct val="50000"/>
        <a:buFont typeface="Wingdings" pitchFamily="2" charset="2"/>
        <a:buChar char="n"/>
        <a:defRPr sz="1995">
          <a:solidFill>
            <a:schemeClr val="tx1"/>
          </a:solidFill>
          <a:latin typeface="+mn-lt"/>
        </a:defRPr>
      </a:lvl7pPr>
      <a:lvl8pPr marL="3420428" indent="-228029" algn="l" rtl="0" fontAlgn="base">
        <a:spcBef>
          <a:spcPct val="20000"/>
        </a:spcBef>
        <a:spcAft>
          <a:spcPct val="0"/>
        </a:spcAft>
        <a:buClr>
          <a:schemeClr val="accent1"/>
        </a:buClr>
        <a:buSzPct val="50000"/>
        <a:buFont typeface="Wingdings" pitchFamily="2" charset="2"/>
        <a:buChar char="n"/>
        <a:defRPr sz="1995">
          <a:solidFill>
            <a:schemeClr val="tx1"/>
          </a:solidFill>
          <a:latin typeface="+mn-lt"/>
        </a:defRPr>
      </a:lvl8pPr>
      <a:lvl9pPr marL="3876485" indent="-228029" algn="l" rtl="0" fontAlgn="base">
        <a:spcBef>
          <a:spcPct val="20000"/>
        </a:spcBef>
        <a:spcAft>
          <a:spcPct val="0"/>
        </a:spcAft>
        <a:buClr>
          <a:schemeClr val="accent1"/>
        </a:buClr>
        <a:buSzPct val="50000"/>
        <a:buFont typeface="Wingdings" pitchFamily="2" charset="2"/>
        <a:buChar char="n"/>
        <a:defRPr sz="1995">
          <a:solidFill>
            <a:schemeClr val="tx1"/>
          </a:solidFill>
          <a:latin typeface="+mn-lt"/>
        </a:defRPr>
      </a:lvl9pPr>
    </p:bodyStyle>
    <p:otherStyle>
      <a:defPPr>
        <a:defRPr lang="en-US"/>
      </a:defPPr>
      <a:lvl1pPr marL="0" algn="l" defTabSz="912114" rtl="0" eaLnBrk="1" latinLnBrk="0" hangingPunct="1">
        <a:defRPr sz="1795" kern="1200">
          <a:solidFill>
            <a:schemeClr val="tx1"/>
          </a:solidFill>
          <a:latin typeface="+mn-lt"/>
          <a:ea typeface="+mn-ea"/>
          <a:cs typeface="+mn-cs"/>
        </a:defRPr>
      </a:lvl1pPr>
      <a:lvl2pPr marL="456057" algn="l" defTabSz="912114" rtl="0" eaLnBrk="1" latinLnBrk="0" hangingPunct="1">
        <a:defRPr sz="1795" kern="1200">
          <a:solidFill>
            <a:schemeClr val="tx1"/>
          </a:solidFill>
          <a:latin typeface="+mn-lt"/>
          <a:ea typeface="+mn-ea"/>
          <a:cs typeface="+mn-cs"/>
        </a:defRPr>
      </a:lvl2pPr>
      <a:lvl3pPr marL="912114" algn="l" defTabSz="912114" rtl="0" eaLnBrk="1" latinLnBrk="0" hangingPunct="1">
        <a:defRPr sz="1795" kern="1200">
          <a:solidFill>
            <a:schemeClr val="tx1"/>
          </a:solidFill>
          <a:latin typeface="+mn-lt"/>
          <a:ea typeface="+mn-ea"/>
          <a:cs typeface="+mn-cs"/>
        </a:defRPr>
      </a:lvl3pPr>
      <a:lvl4pPr marL="1368171" algn="l" defTabSz="912114" rtl="0" eaLnBrk="1" latinLnBrk="0" hangingPunct="1">
        <a:defRPr sz="1795" kern="1200">
          <a:solidFill>
            <a:schemeClr val="tx1"/>
          </a:solidFill>
          <a:latin typeface="+mn-lt"/>
          <a:ea typeface="+mn-ea"/>
          <a:cs typeface="+mn-cs"/>
        </a:defRPr>
      </a:lvl4pPr>
      <a:lvl5pPr marL="1824228" algn="l" defTabSz="912114" rtl="0" eaLnBrk="1" latinLnBrk="0" hangingPunct="1">
        <a:defRPr sz="1795" kern="1200">
          <a:solidFill>
            <a:schemeClr val="tx1"/>
          </a:solidFill>
          <a:latin typeface="+mn-lt"/>
          <a:ea typeface="+mn-ea"/>
          <a:cs typeface="+mn-cs"/>
        </a:defRPr>
      </a:lvl5pPr>
      <a:lvl6pPr marL="2280285" algn="l" defTabSz="912114" rtl="0" eaLnBrk="1" latinLnBrk="0" hangingPunct="1">
        <a:defRPr sz="1795" kern="1200">
          <a:solidFill>
            <a:schemeClr val="tx1"/>
          </a:solidFill>
          <a:latin typeface="+mn-lt"/>
          <a:ea typeface="+mn-ea"/>
          <a:cs typeface="+mn-cs"/>
        </a:defRPr>
      </a:lvl6pPr>
      <a:lvl7pPr marL="2736342" algn="l" defTabSz="912114" rtl="0" eaLnBrk="1" latinLnBrk="0" hangingPunct="1">
        <a:defRPr sz="1795" kern="1200">
          <a:solidFill>
            <a:schemeClr val="tx1"/>
          </a:solidFill>
          <a:latin typeface="+mn-lt"/>
          <a:ea typeface="+mn-ea"/>
          <a:cs typeface="+mn-cs"/>
        </a:defRPr>
      </a:lvl7pPr>
      <a:lvl8pPr marL="3192399" algn="l" defTabSz="912114" rtl="0" eaLnBrk="1" latinLnBrk="0" hangingPunct="1">
        <a:defRPr sz="1795" kern="1200">
          <a:solidFill>
            <a:schemeClr val="tx1"/>
          </a:solidFill>
          <a:latin typeface="+mn-lt"/>
          <a:ea typeface="+mn-ea"/>
          <a:cs typeface="+mn-cs"/>
        </a:defRPr>
      </a:lvl8pPr>
      <a:lvl9pPr marL="3648456" algn="l" defTabSz="912114" rtl="0" eaLnBrk="1" latinLnBrk="0" hangingPunct="1">
        <a:defRPr sz="179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0.png"/><Relationship Id="rId5" Type="http://schemas.openxmlformats.org/officeDocument/2006/relationships/image" Target="../media/image5.png"/><Relationship Id="rId10" Type="http://schemas.openxmlformats.org/officeDocument/2006/relationships/customXml" Target="../ink/ink1.xml"/><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4.jpe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3" Type="http://schemas.openxmlformats.org/officeDocument/2006/relationships/hyperlink" Target="https://towardsdatascience.com/architecture-comparison-of-alexnet-vggnet-resnet-inception-densenet-beb8b116866d"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github.com/suriyadeepan/rnn-from-scratch/blob/master/lstm.py" TargetMode="External"/><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55.png"/><Relationship Id="rId4" Type="http://schemas.openxmlformats.org/officeDocument/2006/relationships/image" Target="../media/image54.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54.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54.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54.wmf"/></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2942B7E3-7FAA-EB47-28A9-B7325D3D125F}"/>
              </a:ext>
            </a:extLst>
          </p:cNvPr>
          <p:cNvSpPr>
            <a:spLocks noGrp="1" noChangeArrowheads="1"/>
          </p:cNvSpPr>
          <p:nvPr>
            <p:ph type="subTitle" idx="1"/>
          </p:nvPr>
        </p:nvSpPr>
        <p:spPr>
          <a:xfrm>
            <a:off x="923690" y="3809032"/>
            <a:ext cx="7524640" cy="2280194"/>
          </a:xfrm>
        </p:spPr>
        <p:txBody>
          <a:bodyPr/>
          <a:lstStyle/>
          <a:p>
            <a:pPr eaLnBrk="1" hangingPunct="1"/>
            <a:r>
              <a:rPr lang="en-US" altLang="en-US" b="1" dirty="0">
                <a:solidFill>
                  <a:srgbClr val="0066FF"/>
                </a:solidFill>
              </a:rPr>
              <a:t>Dr. Dapeng Oliver Wu</a:t>
            </a:r>
          </a:p>
          <a:p>
            <a:pPr eaLnBrk="1" hangingPunct="1"/>
            <a:r>
              <a:rPr lang="en-US" altLang="en-US" b="1" dirty="0">
                <a:solidFill>
                  <a:srgbClr val="0066FF"/>
                </a:solidFill>
              </a:rPr>
              <a:t>City University of Hong Kong</a:t>
            </a:r>
          </a:p>
          <a:p>
            <a:pPr eaLnBrk="1" hangingPunct="1"/>
            <a:r>
              <a:rPr lang="en-US" altLang="en-US" b="1" dirty="0">
                <a:solidFill>
                  <a:srgbClr val="0066FF"/>
                </a:solidFill>
              </a:rPr>
              <a:t>Department of Computer Science</a:t>
            </a:r>
            <a:endParaRPr lang="en-US" altLang="en-US" dirty="0"/>
          </a:p>
          <a:p>
            <a:pPr eaLnBrk="1" hangingPunct="1"/>
            <a:endParaRPr lang="en-US" altLang="en-US" dirty="0"/>
          </a:p>
          <a:p>
            <a:pPr eaLnBrk="1" hangingPunct="1"/>
            <a:r>
              <a:rPr lang="en-US" altLang="zh-CN" dirty="0">
                <a:solidFill>
                  <a:srgbClr val="CC0000"/>
                </a:solidFill>
              </a:rPr>
              <a:t>Semester A, 2025/26</a:t>
            </a:r>
            <a:endParaRPr lang="en-US" dirty="0">
              <a:solidFill>
                <a:srgbClr val="CC0000"/>
              </a:solidFill>
            </a:endParaRPr>
          </a:p>
        </p:txBody>
      </p:sp>
      <p:sp>
        <p:nvSpPr>
          <p:cNvPr id="6147" name="Rectangle 5">
            <a:extLst>
              <a:ext uri="{FF2B5EF4-FFF2-40B4-BE49-F238E27FC236}">
                <a16:creationId xmlns:a16="http://schemas.microsoft.com/office/drawing/2014/main" id="{9F1330E8-72B6-20D2-B5DE-C07EAFD53349}"/>
              </a:ext>
            </a:extLst>
          </p:cNvPr>
          <p:cNvSpPr>
            <a:spLocks noGrp="1" noChangeArrowheads="1"/>
          </p:cNvSpPr>
          <p:nvPr>
            <p:ph type="ctrTitle"/>
          </p:nvPr>
        </p:nvSpPr>
        <p:spPr>
          <a:xfrm>
            <a:off x="923690" y="388741"/>
            <a:ext cx="7752659" cy="2584220"/>
          </a:xfrm>
        </p:spPr>
        <p:txBody>
          <a:bodyPr/>
          <a:lstStyle/>
          <a:p>
            <a:pPr eaLnBrk="1" hangingPunct="1"/>
            <a:r>
              <a:rPr lang="en-US" altLang="en-US" dirty="0">
                <a:solidFill>
                  <a:srgbClr val="333399"/>
                </a:solidFill>
              </a:rPr>
              <a:t> CS 5187: Vision and Image</a:t>
            </a:r>
            <a:br>
              <a:rPr lang="en-US" altLang="en-US" dirty="0">
                <a:solidFill>
                  <a:srgbClr val="333399"/>
                </a:solidFill>
              </a:rPr>
            </a:br>
            <a:r>
              <a:rPr lang="en-US" altLang="en-US" dirty="0">
                <a:solidFill>
                  <a:srgbClr val="000000"/>
                </a:solidFill>
              </a:rPr>
              <a:t>Lecture 3</a:t>
            </a:r>
            <a:br>
              <a:rPr lang="en-US" altLang="en-US" dirty="0">
                <a:solidFill>
                  <a:srgbClr val="333399"/>
                </a:solidFill>
              </a:rPr>
            </a:br>
            <a:r>
              <a:rPr lang="en-US" altLang="en-US" i="1" dirty="0">
                <a:solidFill>
                  <a:srgbClr val="009900"/>
                </a:solidFill>
              </a:rPr>
              <a:t>Deep Learning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sz="4400"/>
              <a:t>Outline</a:t>
            </a:r>
          </a:p>
        </p:txBody>
      </p:sp>
      <p:sp>
        <p:nvSpPr>
          <p:cNvPr id="4099" name="Rectangle 3"/>
          <p:cNvSpPr>
            <a:spLocks noGrp="1" noChangeArrowheads="1"/>
          </p:cNvSpPr>
          <p:nvPr>
            <p:ph type="body" idx="1"/>
          </p:nvPr>
        </p:nvSpPr>
        <p:spPr/>
        <p:txBody>
          <a:bodyPr/>
          <a:lstStyle/>
          <a:p>
            <a:pPr eaLnBrk="1" hangingPunct="1"/>
            <a:r>
              <a:rPr lang="en-US" sz="3200" dirty="0"/>
              <a:t>Why deep learning?</a:t>
            </a:r>
          </a:p>
          <a:p>
            <a:pPr eaLnBrk="1" hangingPunct="1"/>
            <a:r>
              <a:rPr lang="en-US" sz="3200" dirty="0"/>
              <a:t>Types of neural networks</a:t>
            </a:r>
          </a:p>
          <a:p>
            <a:pPr lvl="1"/>
            <a:r>
              <a:rPr lang="en-US" sz="3200" dirty="0"/>
              <a:t>DNN (or MLP)</a:t>
            </a:r>
          </a:p>
          <a:p>
            <a:pPr lvl="2"/>
            <a:r>
              <a:rPr lang="en-US" sz="2800" dirty="0"/>
              <a:t>Recursion principle for back-propagation algorithm</a:t>
            </a:r>
          </a:p>
          <a:p>
            <a:pPr lvl="1"/>
            <a:r>
              <a:rPr lang="en-US" sz="3200" dirty="0"/>
              <a:t>CNN</a:t>
            </a:r>
          </a:p>
          <a:p>
            <a:pPr lvl="1"/>
            <a:r>
              <a:rPr lang="en-US" sz="3200" dirty="0"/>
              <a:t>RNN, LSTM</a:t>
            </a:r>
          </a:p>
          <a:p>
            <a:pPr lvl="1"/>
            <a:r>
              <a:rPr lang="en-US" sz="3200" dirty="0"/>
              <a:t>Transformer</a:t>
            </a:r>
            <a:endParaRPr lang="en-US" sz="3200" dirty="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90847" y="304800"/>
            <a:ext cx="8478838" cy="914400"/>
          </a:xfrm>
        </p:spPr>
        <p:txBody>
          <a:bodyPr/>
          <a:lstStyle/>
          <a:p>
            <a:pPr eaLnBrk="1" hangingPunct="1"/>
            <a:r>
              <a:rPr lang="en-US" altLang="zh-CN" sz="4400" dirty="0">
                <a:ea typeface="宋体" charset="-122"/>
              </a:rPr>
              <a:t>Why Deep Learning?</a:t>
            </a:r>
            <a:endParaRPr lang="en-US" sz="4400" dirty="0"/>
          </a:p>
        </p:txBody>
      </p:sp>
      <mc:AlternateContent xmlns:mc="http://schemas.openxmlformats.org/markup-compatibility/2006" xmlns:a14="http://schemas.microsoft.com/office/drawing/2010/main">
        <mc:Choice Requires="a14">
          <p:sp>
            <p:nvSpPr>
              <p:cNvPr id="13315" name="Rectangle 3"/>
              <p:cNvSpPr>
                <a:spLocks noGrp="1" noChangeArrowheads="1"/>
              </p:cNvSpPr>
              <p:nvPr>
                <p:ph type="body" idx="1"/>
              </p:nvPr>
            </p:nvSpPr>
            <p:spPr>
              <a:xfrm>
                <a:off x="914400" y="1447800"/>
                <a:ext cx="7924800" cy="5334000"/>
              </a:xfrm>
            </p:spPr>
            <p:txBody>
              <a:bodyPr/>
              <a:lstStyle/>
              <a:p>
                <a:r>
                  <a:rPr lang="en-US" altLang="zh-CN" dirty="0">
                    <a:ea typeface="宋体" charset="-122"/>
                  </a:rPr>
                  <a:t>Chronological development of AI technologies</a:t>
                </a:r>
              </a:p>
              <a:p>
                <a:pPr lvl="1"/>
                <a:r>
                  <a:rPr lang="en-US" altLang="zh-CN" dirty="0">
                    <a:ea typeface="宋体" charset="-122"/>
                  </a:rPr>
                  <a:t>1G: Linear Methods (PCA, LDA, LR)</a:t>
                </a:r>
              </a:p>
              <a:p>
                <a:pPr lvl="1"/>
                <a:endParaRPr lang="en-US" altLang="zh-CN" dirty="0">
                  <a:ea typeface="宋体" charset="-122"/>
                </a:endParaRPr>
              </a:p>
              <a:p>
                <a:pPr marL="457200" lvl="1" indent="0">
                  <a:buNone/>
                </a:pPr>
                <a:r>
                  <a:rPr lang="en-US" altLang="zh-CN" dirty="0">
                    <a:ea typeface="宋体" charset="-122"/>
                  </a:rPr>
                  <a:t>What if relationship is nonlinear?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r>
                      <a:rPr lang="en-US" i="1">
                        <a:latin typeface="Cambria Math" panose="02040503050406030204" pitchFamily="18" charset="0"/>
                      </a:rPr>
                      <m:t>𝑊</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rPr>
                          <m:t>𝑥</m:t>
                        </m:r>
                      </m:e>
                    </m:acc>
                    <m:r>
                      <a:rPr lang="en-US" b="0" i="1" smtClean="0">
                        <a:latin typeface="Cambria Math" panose="02040503050406030204" pitchFamily="18" charset="0"/>
                      </a:rPr>
                      <m:t>)</m:t>
                    </m:r>
                  </m:oMath>
                </a14:m>
                <a:endParaRPr lang="en-US" altLang="zh-CN" dirty="0">
                  <a:ea typeface="宋体" charset="-122"/>
                </a:endParaRPr>
              </a:p>
              <a:p>
                <a:pPr lvl="1"/>
                <a:r>
                  <a:rPr lang="en-US" altLang="zh-CN" dirty="0">
                    <a:ea typeface="宋体" charset="-122"/>
                  </a:rPr>
                  <a:t>2G: Neural Networks (NN)</a:t>
                </a:r>
              </a:p>
              <a:p>
                <a:pPr lvl="2"/>
                <a:r>
                  <a:rPr lang="en-US" altLang="zh-CN" dirty="0">
                    <a:ea typeface="宋体" charset="-122"/>
                  </a:rPr>
                  <a:t>Limitation: an NN can only have at most 4 layers</a:t>
                </a:r>
              </a:p>
              <a:p>
                <a:pPr lvl="1"/>
                <a:r>
                  <a:rPr lang="en-US" altLang="zh-CN" dirty="0">
                    <a:ea typeface="宋体" charset="-122"/>
                  </a:rPr>
                  <a:t>3G: Kernel methods</a:t>
                </a:r>
              </a:p>
              <a:p>
                <a:pPr lvl="2"/>
                <a:r>
                  <a:rPr lang="en-US" altLang="zh-CN" dirty="0">
                    <a:ea typeface="宋体" charset="-122"/>
                  </a:rPr>
                  <a:t>Each linear method has a (nonlinear data-independent) kernel version</a:t>
                </a:r>
              </a:p>
              <a:p>
                <a:pPr lvl="2"/>
                <a:r>
                  <a:rPr lang="en-US" altLang="zh-CN" dirty="0">
                    <a:ea typeface="宋体" charset="-122"/>
                  </a:rPr>
                  <a:t>Enjoy low computation complexity of linear methods and nonlinear representation capability</a:t>
                </a:r>
              </a:p>
              <a:p>
                <a:pPr lvl="2"/>
                <a:r>
                  <a:rPr lang="en-US" altLang="zh-CN" dirty="0">
                    <a:ea typeface="宋体" charset="-122"/>
                  </a:rPr>
                  <a:t>Limitation: Cannot cope with large data sets</a:t>
                </a:r>
              </a:p>
              <a:p>
                <a:pPr lvl="1"/>
                <a:r>
                  <a:rPr lang="en-US" altLang="zh-CN" dirty="0">
                    <a:ea typeface="宋体" charset="-122"/>
                  </a:rPr>
                  <a:t>3.5G: Deep learning</a:t>
                </a:r>
              </a:p>
            </p:txBody>
          </p:sp>
        </mc:Choice>
        <mc:Fallback xmlns="">
          <p:sp>
            <p:nvSpPr>
              <p:cNvPr id="13315" name="Rectangle 3"/>
              <p:cNvSpPr>
                <a:spLocks noGrp="1" noRot="1" noChangeAspect="1" noMove="1" noResize="1" noEditPoints="1" noAdjustHandles="1" noChangeArrowheads="1" noChangeShapeType="1" noTextEdit="1"/>
              </p:cNvSpPr>
              <p:nvPr>
                <p:ph type="body" idx="1"/>
              </p:nvPr>
            </p:nvSpPr>
            <p:spPr>
              <a:xfrm>
                <a:off x="914400" y="1447800"/>
                <a:ext cx="7924800" cy="5334000"/>
              </a:xfrm>
              <a:blipFill>
                <a:blip r:embed="rId3"/>
                <a:stretch>
                  <a:fillRect l="-154" t="-8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1981200" y="2286000"/>
                <a:ext cx="2209800"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rPr>
                          </m:ctrlPr>
                        </m:accPr>
                        <m:e>
                          <m:r>
                            <a:rPr lang="en-US" i="1">
                              <a:latin typeface="Cambria Math" panose="02040503050406030204" pitchFamily="18" charset="0"/>
                            </a:rPr>
                            <m:t>𝑦</m:t>
                          </m:r>
                        </m:e>
                      </m:acc>
                      <m:r>
                        <a:rPr lang="en-US" i="1">
                          <a:latin typeface="Cambria Math" panose="02040503050406030204" pitchFamily="18" charset="0"/>
                        </a:rPr>
                        <m:t>=</m:t>
                      </m:r>
                      <m:r>
                        <a:rPr lang="en-US" b="0" i="1" smtClean="0">
                          <a:latin typeface="Cambria Math" panose="02040503050406030204" pitchFamily="18" charset="0"/>
                        </a:rPr>
                        <m:t>𝑊</m:t>
                      </m:r>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rPr>
                            <m:t>𝑥</m:t>
                          </m:r>
                        </m:e>
                      </m:acc>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1981200" y="2286000"/>
                <a:ext cx="2209800" cy="461665"/>
              </a:xfrm>
              <a:prstGeom prst="rect">
                <a:avLst/>
              </a:prstGeom>
              <a:blipFill>
                <a:blip r:embed="rId4"/>
                <a:stretch>
                  <a:fillRect t="-17105" b="-11842"/>
                </a:stretch>
              </a:blipFill>
            </p:spPr>
            <p:txBody>
              <a:bodyPr/>
              <a:lstStyle/>
              <a:p>
                <a:r>
                  <a:rPr lang="en-US">
                    <a:noFill/>
                  </a:rPr>
                  <a:t> </a:t>
                </a:r>
              </a:p>
            </p:txBody>
          </p:sp>
        </mc:Fallback>
      </mc:AlternateContent>
    </p:spTree>
    <p:extLst>
      <p:ext uri="{BB962C8B-B14F-4D97-AF65-F5344CB8AC3E}">
        <p14:creationId xmlns:p14="http://schemas.microsoft.com/office/powerpoint/2010/main" val="1158528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sz="4400"/>
              <a:t>Outline</a:t>
            </a:r>
          </a:p>
        </p:txBody>
      </p:sp>
      <p:sp>
        <p:nvSpPr>
          <p:cNvPr id="4099" name="Rectangle 3"/>
          <p:cNvSpPr>
            <a:spLocks noGrp="1" noChangeArrowheads="1"/>
          </p:cNvSpPr>
          <p:nvPr>
            <p:ph type="body" idx="1"/>
          </p:nvPr>
        </p:nvSpPr>
        <p:spPr/>
        <p:txBody>
          <a:bodyPr/>
          <a:lstStyle/>
          <a:p>
            <a:pPr eaLnBrk="1" hangingPunct="1"/>
            <a:r>
              <a:rPr lang="en-US" sz="3200" dirty="0"/>
              <a:t>Why deep learning?</a:t>
            </a:r>
          </a:p>
          <a:p>
            <a:pPr eaLnBrk="1" hangingPunct="1"/>
            <a:r>
              <a:rPr lang="en-US" sz="3200" dirty="0"/>
              <a:t>Types of neural networks</a:t>
            </a:r>
          </a:p>
          <a:p>
            <a:pPr lvl="1"/>
            <a:r>
              <a:rPr lang="en-US" sz="3200" dirty="0">
                <a:solidFill>
                  <a:srgbClr val="FF0000"/>
                </a:solidFill>
              </a:rPr>
              <a:t>DNN (or MLP)</a:t>
            </a:r>
          </a:p>
          <a:p>
            <a:pPr lvl="2"/>
            <a:r>
              <a:rPr lang="en-US" sz="2800" dirty="0"/>
              <a:t>Recursion principle for back-propagation algorithm</a:t>
            </a:r>
          </a:p>
          <a:p>
            <a:pPr lvl="1"/>
            <a:r>
              <a:rPr lang="en-US" sz="3200" dirty="0"/>
              <a:t>CNN</a:t>
            </a:r>
          </a:p>
          <a:p>
            <a:pPr lvl="1"/>
            <a:r>
              <a:rPr lang="en-US" sz="3200" dirty="0"/>
              <a:t>RNN, LSTM</a:t>
            </a:r>
          </a:p>
          <a:p>
            <a:pPr lvl="1"/>
            <a:r>
              <a:rPr lang="en-US" sz="3200" dirty="0"/>
              <a:t>Transformer</a:t>
            </a:r>
            <a:endParaRPr lang="en-US" sz="3200" dirty="0">
              <a:solidFill>
                <a:srgbClr val="FF0000"/>
              </a:solidFill>
            </a:endParaRPr>
          </a:p>
        </p:txBody>
      </p:sp>
    </p:spTree>
    <p:extLst>
      <p:ext uri="{BB962C8B-B14F-4D97-AF65-F5344CB8AC3E}">
        <p14:creationId xmlns:p14="http://schemas.microsoft.com/office/powerpoint/2010/main" val="3773429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90847" y="304800"/>
            <a:ext cx="8478838" cy="914400"/>
          </a:xfrm>
        </p:spPr>
        <p:txBody>
          <a:bodyPr/>
          <a:lstStyle/>
          <a:p>
            <a:pPr eaLnBrk="1" hangingPunct="1"/>
            <a:r>
              <a:rPr lang="en-US" altLang="zh-CN" sz="4400" dirty="0">
                <a:ea typeface="宋体" charset="-122"/>
              </a:rPr>
              <a:t>Deep Neural Networks (DNN)</a:t>
            </a:r>
            <a:endParaRPr lang="en-US" sz="4400" dirty="0"/>
          </a:p>
        </p:txBody>
      </p:sp>
      <p:sp>
        <p:nvSpPr>
          <p:cNvPr id="13315" name="Rectangle 3"/>
          <p:cNvSpPr>
            <a:spLocks noGrp="1" noChangeArrowheads="1"/>
          </p:cNvSpPr>
          <p:nvPr>
            <p:ph type="body" idx="1"/>
          </p:nvPr>
        </p:nvSpPr>
        <p:spPr>
          <a:xfrm>
            <a:off x="838200" y="1676400"/>
            <a:ext cx="7924800" cy="4535488"/>
          </a:xfrm>
        </p:spPr>
        <p:txBody>
          <a:bodyPr/>
          <a:lstStyle/>
          <a:p>
            <a:r>
              <a:rPr lang="en-US" altLang="zh-CN" dirty="0">
                <a:ea typeface="宋体" charset="-122"/>
              </a:rPr>
              <a:t>Narrow-sense Deep Neural Network (DNN): </a:t>
            </a:r>
          </a:p>
          <a:p>
            <a:pPr lvl="1"/>
            <a:r>
              <a:rPr lang="en-US" altLang="zh-CN" dirty="0">
                <a:ea typeface="宋体" charset="-122"/>
              </a:rPr>
              <a:t>feedforward neural network (FFNN)</a:t>
            </a:r>
          </a:p>
          <a:p>
            <a:pPr lvl="1"/>
            <a:r>
              <a:rPr lang="en-US" altLang="zh-CN" dirty="0">
                <a:ea typeface="宋体" charset="-122"/>
              </a:rPr>
              <a:t>fully connected neural network (FCNN)</a:t>
            </a:r>
          </a:p>
          <a:p>
            <a:pPr lvl="1"/>
            <a:r>
              <a:rPr lang="en-US" altLang="zh-CN" dirty="0">
                <a:ea typeface="宋体" charset="-122"/>
              </a:rPr>
              <a:t>Multi-layer perceptron (MLP)</a:t>
            </a:r>
          </a:p>
          <a:p>
            <a:r>
              <a:rPr lang="en-US" altLang="zh-CN" dirty="0">
                <a:ea typeface="宋体" charset="-122"/>
              </a:rPr>
              <a:t>Broad-sense DNN includes FFNN, CNN, RNN</a:t>
            </a:r>
          </a:p>
        </p:txBody>
      </p:sp>
    </p:spTree>
    <p:extLst>
      <p:ext uri="{BB962C8B-B14F-4D97-AF65-F5344CB8AC3E}">
        <p14:creationId xmlns:p14="http://schemas.microsoft.com/office/powerpoint/2010/main" val="3321857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295400"/>
            <a:ext cx="5726896" cy="4149349"/>
          </a:xfrm>
          <a:prstGeom prst="rect">
            <a:avLst/>
          </a:prstGeom>
        </p:spPr>
      </p:pic>
      <p:sp>
        <p:nvSpPr>
          <p:cNvPr id="13314" name="Rectangle 2"/>
          <p:cNvSpPr>
            <a:spLocks noGrp="1" noChangeArrowheads="1"/>
          </p:cNvSpPr>
          <p:nvPr>
            <p:ph type="title"/>
          </p:nvPr>
        </p:nvSpPr>
        <p:spPr>
          <a:xfrm>
            <a:off x="690847" y="304800"/>
            <a:ext cx="8478838" cy="914400"/>
          </a:xfrm>
        </p:spPr>
        <p:txBody>
          <a:bodyPr/>
          <a:lstStyle/>
          <a:p>
            <a:pPr eaLnBrk="1" hangingPunct="1"/>
            <a:r>
              <a:rPr lang="en-US" altLang="zh-CN" sz="4400" dirty="0">
                <a:ea typeface="宋体" charset="-122"/>
              </a:rPr>
              <a:t>Structure of MLP</a:t>
            </a:r>
            <a:endParaRPr lang="en-US" sz="4400" dirty="0"/>
          </a:p>
        </p:txBody>
      </p:sp>
      <p:sp>
        <p:nvSpPr>
          <p:cNvPr id="13315" name="Rectangle 3"/>
          <p:cNvSpPr>
            <a:spLocks noGrp="1" noChangeArrowheads="1"/>
          </p:cNvSpPr>
          <p:nvPr>
            <p:ph type="body" idx="1"/>
          </p:nvPr>
        </p:nvSpPr>
        <p:spPr>
          <a:xfrm>
            <a:off x="304800" y="5410200"/>
            <a:ext cx="7924800" cy="4535488"/>
          </a:xfrm>
        </p:spPr>
        <p:txBody>
          <a:bodyPr/>
          <a:lstStyle/>
          <a:p>
            <a:r>
              <a:rPr lang="en-US" sz="2000" dirty="0"/>
              <a:t>The overall network is a recursive operation of linear transformation and nonlinear activation:</a:t>
            </a:r>
          </a:p>
          <a:p>
            <a:endParaRPr lang="en-US" altLang="zh-CN" dirty="0">
              <a:ea typeface="宋体" charset="-122"/>
            </a:endParaRPr>
          </a:p>
        </p:txBody>
      </p:sp>
      <mc:AlternateContent xmlns:mc="http://schemas.openxmlformats.org/markup-compatibility/2006" xmlns:a14="http://schemas.microsoft.com/office/drawing/2010/main">
        <mc:Choice Requires="a14">
          <p:sp>
            <p:nvSpPr>
              <p:cNvPr id="3" name="TextBox 2"/>
              <p:cNvSpPr txBox="1"/>
              <p:nvPr/>
            </p:nvSpPr>
            <p:spPr>
              <a:xfrm>
                <a:off x="5486399" y="2306326"/>
                <a:ext cx="4419600" cy="38465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a:latin typeface="Cambria Math" panose="02040503050406030204" pitchFamily="18" charset="0"/>
                            </a:rPr>
                            <m:t>𝒂</m:t>
                          </m:r>
                        </m:e>
                        <m:sup>
                          <m:r>
                            <a:rPr lang="en-US" i="1">
                              <a:latin typeface="Cambria Math" panose="02040503050406030204" pitchFamily="18" charset="0"/>
                            </a:rPr>
                            <m:t>(</m:t>
                          </m:r>
                          <m:r>
                            <a:rPr lang="en-US" i="1">
                              <a:latin typeface="Cambria Math" panose="02040503050406030204" pitchFamily="18" charset="0"/>
                            </a:rPr>
                            <m:t>𝑙</m:t>
                          </m:r>
                          <m:r>
                            <a:rPr lang="en-US" i="1">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𝝈</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𝑊</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m:t>
                          </m:r>
                        </m:sup>
                      </m:sSup>
                      <m:sSup>
                        <m:sSupPr>
                          <m:ctrlPr>
                            <a:rPr lang="en-US" i="1">
                              <a:latin typeface="Cambria Math" panose="02040503050406030204" pitchFamily="18" charset="0"/>
                            </a:rPr>
                          </m:ctrlPr>
                        </m:sSupPr>
                        <m:e>
                          <m:r>
                            <a:rPr lang="en-US" b="1" i="1">
                              <a:latin typeface="Cambria Math" panose="02040503050406030204" pitchFamily="18" charset="0"/>
                            </a:rPr>
                            <m:t>𝒂</m:t>
                          </m:r>
                        </m:e>
                        <m:sup>
                          <m:r>
                            <a:rPr lang="en-US" i="1">
                              <a:latin typeface="Cambria Math" panose="02040503050406030204" pitchFamily="18" charset="0"/>
                            </a:rPr>
                            <m:t>(</m:t>
                          </m:r>
                          <m:r>
                            <a:rPr lang="en-US" i="1">
                              <a:latin typeface="Cambria Math" panose="02040503050406030204" pitchFamily="18" charset="0"/>
                            </a:rPr>
                            <m:t>𝑙</m:t>
                          </m:r>
                          <m:r>
                            <a:rPr lang="en-US" b="0" i="1" smtClean="0">
                              <a:latin typeface="Cambria Math" panose="02040503050406030204" pitchFamily="18" charset="0"/>
                            </a:rPr>
                            <m:t>−1</m:t>
                          </m:r>
                          <m:r>
                            <a:rPr lang="en-US" i="1">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5486399" y="2306326"/>
                <a:ext cx="4419600" cy="38465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457200" y="6168543"/>
                <a:ext cx="6858000" cy="384657"/>
              </a:xfrm>
              <a:prstGeom prst="rect">
                <a:avLst/>
              </a:prstGeom>
              <a:noFill/>
            </p:spPr>
            <p:txBody>
              <a:bodyPr wrap="square" lIns="0" tIns="0" rIns="0" bIns="0" rtlCol="0">
                <a:spAutoFit/>
              </a:bodyPr>
              <a:lstStyle/>
              <a:p>
                <a14:m>
                  <m:oMath xmlns:m="http://schemas.openxmlformats.org/officeDocument/2006/math">
                    <m:r>
                      <a:rPr lang="en-US" b="1" i="0" smtClean="0">
                        <a:latin typeface="Cambria Math" panose="02040503050406030204" pitchFamily="18" charset="0"/>
                      </a:rPr>
                      <m:t>𝐲</m:t>
                    </m:r>
                    <m:r>
                      <a:rPr lang="en-US" b="0" i="1" smtClean="0">
                        <a:latin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sSup>
                          <m:sSupPr>
                            <m:ctrlPr>
                              <a:rPr lang="en-US" i="1">
                                <a:latin typeface="Cambria Math" panose="02040503050406030204" pitchFamily="18" charset="0"/>
                              </a:rPr>
                            </m:ctrlPr>
                          </m:sSupPr>
                          <m:e>
                            <m:r>
                              <a:rPr lang="en-US" b="1" i="1">
                                <a:latin typeface="Cambria Math" panose="02040503050406030204" pitchFamily="18" charset="0"/>
                              </a:rPr>
                              <m:t>𝒂</m:t>
                            </m:r>
                          </m:e>
                          <m:sup>
                            <m:r>
                              <a:rPr lang="en-US" i="1">
                                <a:latin typeface="Cambria Math" panose="02040503050406030204" pitchFamily="18" charset="0"/>
                              </a:rPr>
                              <m:t>(</m:t>
                            </m:r>
                            <m:r>
                              <a:rPr lang="en-US" b="0" i="1" smtClean="0">
                                <a:latin typeface="Cambria Math" panose="02040503050406030204" pitchFamily="18" charset="0"/>
                              </a:rPr>
                              <m:t>𝐿</m:t>
                            </m:r>
                            <m:r>
                              <a:rPr lang="en-US" i="1">
                                <a:latin typeface="Cambria Math" panose="02040503050406030204" pitchFamily="18" charset="0"/>
                              </a:rPr>
                              <m:t>)</m:t>
                            </m:r>
                          </m:sup>
                        </m:sSup>
                        <m:r>
                          <a:rPr lang="en-US" i="1">
                            <a:latin typeface="Cambria Math" panose="02040503050406030204" pitchFamily="18" charset="0"/>
                          </a:rPr>
                          <m:t>=</m:t>
                        </m:r>
                        <m:r>
                          <a:rPr lang="en-US" b="1" i="1">
                            <a:latin typeface="Cambria Math" panose="02040503050406030204" pitchFamily="18" charset="0"/>
                            <a:ea typeface="Cambria Math" panose="02040503050406030204" pitchFamily="18" charset="0"/>
                          </a:rPr>
                          <m:t>𝝈</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𝑊</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up>
                    </m:sSup>
                    <m:sSup>
                      <m:sSupPr>
                        <m:ctrlPr>
                          <a:rPr lang="en-US"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𝝈</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𝝈</m:t>
                        </m:r>
                      </m:e>
                      <m:sup>
                        <m:r>
                          <a:rPr lang="en-US" i="1">
                            <a:latin typeface="Cambria Math" panose="02040503050406030204" pitchFamily="18" charset="0"/>
                            <a:ea typeface="Cambria Math" panose="02040503050406030204" pitchFamily="18" charset="0"/>
                          </a:rPr>
                          <m:t>(1)</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𝑊</m:t>
                        </m:r>
                      </m:e>
                      <m:sup>
                        <m:r>
                          <a:rPr lang="en-US" i="1">
                            <a:latin typeface="Cambria Math" panose="02040503050406030204" pitchFamily="18" charset="0"/>
                            <a:ea typeface="Cambria Math" panose="02040503050406030204" pitchFamily="18" charset="0"/>
                          </a:rPr>
                          <m:t>(1)</m:t>
                        </m:r>
                      </m:sup>
                    </m:sSup>
                    <m:r>
                      <a:rPr lang="en-US" b="1" i="0" smtClean="0">
                        <a:latin typeface="Cambria Math" panose="02040503050406030204" pitchFamily="18" charset="0"/>
                        <a:ea typeface="Cambria Math" panose="02040503050406030204" pitchFamily="18" charset="0"/>
                      </a:rPr>
                      <m:t>𝐱</m:t>
                    </m:r>
                    <m:r>
                      <a:rPr lang="en-US" b="0" i="1" smtClean="0">
                        <a:latin typeface="Cambria Math" panose="02040503050406030204" pitchFamily="18" charset="0"/>
                        <a:ea typeface="Cambria Math" panose="02040503050406030204" pitchFamily="18" charset="0"/>
                      </a:rPr>
                      <m:t>)⋯</m:t>
                    </m:r>
                  </m:oMath>
                </a14:m>
                <a:r>
                  <a:rPr lang="en-US"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457200" y="6168543"/>
                <a:ext cx="6858000" cy="384657"/>
              </a:xfrm>
              <a:prstGeom prst="rect">
                <a:avLst/>
              </a:prstGeom>
              <a:blipFill>
                <a:blip r:embed="rId5"/>
                <a:stretch>
                  <a:fillRect t="-23810" b="-44444"/>
                </a:stretch>
              </a:blipFill>
            </p:spPr>
            <p:txBody>
              <a:bodyPr/>
              <a:lstStyle/>
              <a:p>
                <a:r>
                  <a:rPr lang="en-US">
                    <a:noFill/>
                  </a:rPr>
                  <a:t> </a:t>
                </a:r>
              </a:p>
            </p:txBody>
          </p:sp>
        </mc:Fallback>
      </mc:AlternateContent>
      <p:sp>
        <p:nvSpPr>
          <p:cNvPr id="4" name="Rectangle 3"/>
          <p:cNvSpPr/>
          <p:nvPr/>
        </p:nvSpPr>
        <p:spPr>
          <a:xfrm>
            <a:off x="6553407" y="1712161"/>
            <a:ext cx="1804533" cy="461665"/>
          </a:xfrm>
          <a:prstGeom prst="rect">
            <a:avLst/>
          </a:prstGeom>
        </p:spPr>
        <p:txBody>
          <a:bodyPr wrap="none">
            <a:spAutoFit/>
          </a:bodyPr>
          <a:lstStyle/>
          <a:p>
            <a:r>
              <a:rPr lang="en-US" dirty="0"/>
              <a:t> </a:t>
            </a:r>
            <a:r>
              <a:rPr lang="en-US" dirty="0">
                <a:solidFill>
                  <a:srgbClr val="FF0000"/>
                </a:solidFill>
              </a:rPr>
              <a:t>Recursion: </a:t>
            </a:r>
          </a:p>
        </p:txBody>
      </p:sp>
      <mc:AlternateContent xmlns:mc="http://schemas.openxmlformats.org/markup-compatibility/2006" xmlns:a14="http://schemas.microsoft.com/office/drawing/2010/main">
        <mc:Choice Requires="a14">
          <p:sp>
            <p:nvSpPr>
              <p:cNvPr id="5" name="Rectangle 4"/>
              <p:cNvSpPr/>
              <p:nvPr/>
            </p:nvSpPr>
            <p:spPr>
              <a:xfrm>
                <a:off x="1828800" y="4704610"/>
                <a:ext cx="609600" cy="47699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b="1" i="1">
                              <a:latin typeface="Cambria Math" panose="02040503050406030204" pitchFamily="18" charset="0"/>
                            </a:rPr>
                            <m:t>𝒂</m:t>
                          </m:r>
                        </m:e>
                        <m:sup>
                          <m:r>
                            <a:rPr lang="en-US" i="1">
                              <a:latin typeface="Cambria Math" panose="02040503050406030204" pitchFamily="18" charset="0"/>
                            </a:rPr>
                            <m:t>(1)</m:t>
                          </m:r>
                        </m:sup>
                      </m:sSup>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1828800" y="4704610"/>
                <a:ext cx="609600" cy="47699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5086322" y="4191000"/>
                <a:ext cx="8001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a:latin typeface="Cambria Math" panose="02040503050406030204" pitchFamily="18" charset="0"/>
                            </a:rPr>
                            <m:t>𝒂</m:t>
                          </m:r>
                        </m:e>
                        <m:sup>
                          <m:r>
                            <a:rPr lang="en-US" i="1">
                              <a:latin typeface="Cambria Math" panose="02040503050406030204" pitchFamily="18" charset="0"/>
                            </a:rPr>
                            <m:t>(</m:t>
                          </m:r>
                          <m:r>
                            <a:rPr lang="en-US" b="0" i="1" smtClean="0">
                              <a:latin typeface="Cambria Math" panose="02040503050406030204" pitchFamily="18" charset="0"/>
                            </a:rPr>
                            <m:t>4</m:t>
                          </m:r>
                          <m:r>
                            <a:rPr lang="en-US" i="1">
                              <a:latin typeface="Cambria Math" panose="02040503050406030204" pitchFamily="18" charset="0"/>
                            </a:rPr>
                            <m:t>)</m:t>
                          </m:r>
                        </m:sup>
                      </m:sSup>
                    </m:oMath>
                  </m:oMathPara>
                </a14:m>
                <a:endParaRPr lang="en-US" dirty="0"/>
              </a:p>
            </p:txBody>
          </p:sp>
        </mc:Choice>
        <mc:Fallback xmlns="">
          <p:sp>
            <p:nvSpPr>
              <p:cNvPr id="7" name="Rectangle 6"/>
              <p:cNvSpPr>
                <a:spLocks noRot="1" noChangeAspect="1" noMove="1" noResize="1" noEditPoints="1" noAdjustHandles="1" noChangeArrowheads="1" noChangeShapeType="1" noTextEdit="1"/>
              </p:cNvSpPr>
              <p:nvPr/>
            </p:nvSpPr>
            <p:spPr>
              <a:xfrm>
                <a:off x="5086322" y="4191000"/>
                <a:ext cx="800155" cy="47699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962400" y="5009410"/>
                <a:ext cx="8001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a:latin typeface="Cambria Math" panose="02040503050406030204" pitchFamily="18" charset="0"/>
                            </a:rPr>
                            <m:t>𝒂</m:t>
                          </m:r>
                        </m:e>
                        <m:sup>
                          <m:r>
                            <a:rPr lang="en-US" i="1">
                              <a:latin typeface="Cambria Math" panose="02040503050406030204" pitchFamily="18" charset="0"/>
                            </a:rPr>
                            <m:t>(</m:t>
                          </m:r>
                          <m:r>
                            <a:rPr lang="en-US" b="0" i="1" smtClean="0">
                              <a:latin typeface="Cambria Math" panose="02040503050406030204" pitchFamily="18" charset="0"/>
                            </a:rPr>
                            <m:t>3</m:t>
                          </m:r>
                          <m:r>
                            <a:rPr lang="en-US" i="1">
                              <a:latin typeface="Cambria Math" panose="02040503050406030204" pitchFamily="18" charset="0"/>
                            </a:rPr>
                            <m:t>)</m:t>
                          </m:r>
                        </m:sup>
                      </m:sSup>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3962400" y="5009410"/>
                <a:ext cx="800155" cy="47699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819400" y="4628410"/>
                <a:ext cx="800155" cy="47699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1" i="1">
                              <a:latin typeface="Cambria Math" panose="02040503050406030204" pitchFamily="18" charset="0"/>
                            </a:rPr>
                            <m:t>𝒂</m:t>
                          </m:r>
                        </m:e>
                        <m:sup>
                          <m:r>
                            <a:rPr lang="en-US" i="1">
                              <a:latin typeface="Cambria Math" panose="02040503050406030204" pitchFamily="18" charset="0"/>
                            </a:rPr>
                            <m:t>(</m:t>
                          </m:r>
                          <m:r>
                            <a:rPr lang="en-US" b="0" i="1" smtClean="0">
                              <a:latin typeface="Cambria Math" panose="02040503050406030204" pitchFamily="18" charset="0"/>
                            </a:rPr>
                            <m:t>2</m:t>
                          </m:r>
                          <m:r>
                            <a:rPr lang="en-US" i="1">
                              <a:latin typeface="Cambria Math" panose="02040503050406030204" pitchFamily="18" charset="0"/>
                            </a:rPr>
                            <m:t>)</m:t>
                          </m:r>
                        </m:sup>
                      </m:sSup>
                    </m:oMath>
                  </m:oMathPara>
                </a14:m>
                <a:endParaRPr lang="en-US" dirty="0"/>
              </a:p>
            </p:txBody>
          </p:sp>
        </mc:Choice>
        <mc:Fallback xmlns="">
          <p:sp>
            <p:nvSpPr>
              <p:cNvPr id="9" name="Rectangle 8"/>
              <p:cNvSpPr>
                <a:spLocks noRot="1" noChangeAspect="1" noMove="1" noResize="1" noEditPoints="1" noAdjustHandles="1" noChangeArrowheads="1" noChangeShapeType="1" noTextEdit="1"/>
              </p:cNvSpPr>
              <p:nvPr/>
            </p:nvSpPr>
            <p:spPr>
              <a:xfrm>
                <a:off x="2819400" y="4628410"/>
                <a:ext cx="800155" cy="47699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1B80537C-4FDE-1FCE-DFAD-75D4BC4EBCD4}"/>
                  </a:ext>
                </a:extLst>
              </p14:cNvPr>
              <p14:cNvContentPartPr/>
              <p14:nvPr/>
            </p14:nvContentPartPr>
            <p14:xfrm>
              <a:off x="7257745" y="5645924"/>
              <a:ext cx="32400" cy="20160"/>
            </p14:xfrm>
          </p:contentPart>
        </mc:Choice>
        <mc:Fallback xmlns="">
          <p:pic>
            <p:nvPicPr>
              <p:cNvPr id="10" name="Ink 9">
                <a:extLst>
                  <a:ext uri="{FF2B5EF4-FFF2-40B4-BE49-F238E27FC236}">
                    <a16:creationId xmlns:a16="http://schemas.microsoft.com/office/drawing/2014/main" id="{1B80537C-4FDE-1FCE-DFAD-75D4BC4EBCD4}"/>
                  </a:ext>
                </a:extLst>
              </p:cNvPr>
              <p:cNvPicPr/>
              <p:nvPr/>
            </p:nvPicPr>
            <p:blipFill>
              <a:blip r:embed="rId11"/>
              <a:stretch>
                <a:fillRect/>
              </a:stretch>
            </p:blipFill>
            <p:spPr>
              <a:xfrm>
                <a:off x="7248745" y="5636924"/>
                <a:ext cx="50040" cy="37800"/>
              </a:xfrm>
              <a:prstGeom prst="rect">
                <a:avLst/>
              </a:prstGeom>
            </p:spPr>
          </p:pic>
        </mc:Fallback>
      </mc:AlternateContent>
    </p:spTree>
    <p:extLst>
      <p:ext uri="{BB962C8B-B14F-4D97-AF65-F5344CB8AC3E}">
        <p14:creationId xmlns:p14="http://schemas.microsoft.com/office/powerpoint/2010/main" val="26209225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90847" y="304800"/>
            <a:ext cx="8478838" cy="914400"/>
          </a:xfrm>
        </p:spPr>
        <p:txBody>
          <a:bodyPr/>
          <a:lstStyle/>
          <a:p>
            <a:pPr eaLnBrk="1" hangingPunct="1"/>
            <a:r>
              <a:rPr lang="en-US" altLang="zh-CN" sz="4400" dirty="0">
                <a:ea typeface="宋体" charset="-122"/>
              </a:rPr>
              <a:t>Back-propagation Algorithm (1)</a:t>
            </a:r>
            <a:endParaRPr lang="en-US" sz="4400" dirty="0"/>
          </a:p>
        </p:txBody>
      </p:sp>
      <mc:AlternateContent xmlns:mc="http://schemas.openxmlformats.org/markup-compatibility/2006">
        <mc:Choice xmlns:a14="http://schemas.microsoft.com/office/drawing/2010/main" Requires="a14">
          <p:sp>
            <p:nvSpPr>
              <p:cNvPr id="13315" name="Rectangle 3"/>
              <p:cNvSpPr>
                <a:spLocks noGrp="1" noChangeArrowheads="1"/>
              </p:cNvSpPr>
              <p:nvPr>
                <p:ph type="body" idx="1"/>
              </p:nvPr>
            </p:nvSpPr>
            <p:spPr>
              <a:xfrm>
                <a:off x="838200" y="1634432"/>
                <a:ext cx="7924800" cy="5240692"/>
              </a:xfrm>
            </p:spPr>
            <p:txBody>
              <a:bodyPr/>
              <a:lstStyle/>
              <a:p>
                <a:r>
                  <a:rPr lang="en-US" dirty="0"/>
                  <a:t>Any machine learning system can be characterized by </a:t>
                </a:r>
                <a:r>
                  <a:rPr lang="en-US" dirty="0">
                    <a:solidFill>
                      <a:srgbClr val="FF0000"/>
                    </a:solidFill>
                  </a:rPr>
                  <a:t>Mo</a:t>
                </a:r>
                <a:r>
                  <a:rPr lang="en-US" dirty="0"/>
                  <a:t>del, </a:t>
                </a:r>
                <a:r>
                  <a:rPr lang="en-US" dirty="0">
                    <a:solidFill>
                      <a:srgbClr val="FF0000"/>
                    </a:solidFill>
                  </a:rPr>
                  <a:t>C</a:t>
                </a:r>
                <a:r>
                  <a:rPr lang="en-US" dirty="0"/>
                  <a:t>riterion, </a:t>
                </a:r>
                <a:r>
                  <a:rPr lang="en-US" dirty="0">
                    <a:solidFill>
                      <a:srgbClr val="FF0000"/>
                    </a:solidFill>
                  </a:rPr>
                  <a:t>A</a:t>
                </a:r>
                <a:r>
                  <a:rPr lang="en-US" dirty="0"/>
                  <a:t>lgorithm (</a:t>
                </a:r>
                <a:r>
                  <a:rPr lang="en-US" dirty="0">
                    <a:solidFill>
                      <a:srgbClr val="FF0000"/>
                    </a:solidFill>
                  </a:rPr>
                  <a:t>MoCA</a:t>
                </a:r>
                <a:r>
                  <a:rPr lang="en-US" dirty="0"/>
                  <a:t>)</a:t>
                </a:r>
              </a:p>
              <a:p>
                <a:r>
                  <a:rPr lang="en-US" dirty="0"/>
                  <a:t>Training a neural network (or learning/estimating optimal neural weights) is achieved by minimizing a loss function over neural weights </a:t>
                </a:r>
              </a:p>
              <a:p>
                <a:r>
                  <a:rPr lang="en-US" dirty="0"/>
                  <a:t>Loss function                  </a:t>
                </a:r>
              </a:p>
              <a:p>
                <a:pPr lvl="1"/>
                <a:r>
                  <a:rPr lang="en-US" dirty="0"/>
                  <a:t>Cross entropy function for classification</a:t>
                </a:r>
              </a:p>
              <a:p>
                <a:pPr lvl="1"/>
                <a:r>
                  <a:rPr lang="en-US" dirty="0"/>
                  <a:t>Mean squared error function for regression</a:t>
                </a:r>
              </a:p>
              <a:p>
                <a:r>
                  <a:rPr lang="en-US" dirty="0"/>
                  <a:t>Goal: min                  over  </a:t>
                </a:r>
              </a:p>
              <a:p>
                <a:r>
                  <a:rPr lang="en-US" dirty="0"/>
                  <a:t>Backpropagation computes the gradients                     for a fixed input–output pair</a:t>
                </a:r>
              </a:p>
              <a:p>
                <a:r>
                  <a:rPr lang="en-US" dirty="0"/>
                  <a:t>Weight updates:</a:t>
                </a:r>
                <a14:m>
                  <m:oMath xmlns:m="http://schemas.openxmlformats.org/officeDocument/2006/math">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sub>
                      <m:sup>
                        <m:r>
                          <a:rPr lang="en-US" i="1">
                            <a:latin typeface="Cambria Math" panose="02040503050406030204" pitchFamily="18" charset="0"/>
                            <a:ea typeface="Cambria Math" panose="02040503050406030204" pitchFamily="18" charset="0"/>
                          </a:rPr>
                          <m:t>𝑙</m:t>
                        </m:r>
                      </m:sup>
                    </m:sSub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𝜂</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𝐶</m:t>
                    </m:r>
                  </m:oMath>
                </a14:m>
                <a:r>
                  <a:rPr lang="en-US" dirty="0"/>
                  <a:t>/</a:t>
                </a:r>
                <a14:m>
                  <m:oMath xmlns:m="http://schemas.openxmlformats.org/officeDocument/2006/math">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𝑤</m:t>
                        </m:r>
                      </m:e>
                      <m:sub>
                        <m:r>
                          <a:rPr lang="en-US" i="1">
                            <a:latin typeface="Cambria Math" panose="02040503050406030204" pitchFamily="18" charset="0"/>
                            <a:ea typeface="Cambria Math" panose="02040503050406030204" pitchFamily="18" charset="0"/>
                          </a:rPr>
                          <m:t>𝑗</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𝑘</m:t>
                        </m:r>
                      </m:sub>
                      <m:sup>
                        <m:r>
                          <a:rPr lang="en-US" i="1">
                            <a:latin typeface="Cambria Math" panose="02040503050406030204" pitchFamily="18" charset="0"/>
                            <a:ea typeface="Cambria Math" panose="02040503050406030204" pitchFamily="18" charset="0"/>
                          </a:rPr>
                          <m:t>𝑙</m:t>
                        </m:r>
                      </m:sup>
                    </m:sSubSup>
                  </m:oMath>
                </a14:m>
                <a:r>
                  <a:rPr lang="en-US" dirty="0"/>
                  <a:t>   </a:t>
                </a:r>
              </a:p>
            </p:txBody>
          </p:sp>
        </mc:Choice>
        <mc:Fallback>
          <p:sp>
            <p:nvSpPr>
              <p:cNvPr id="13315" name="Rectangle 3"/>
              <p:cNvSpPr>
                <a:spLocks noGrp="1" noRot="1" noChangeAspect="1" noMove="1" noResize="1" noEditPoints="1" noAdjustHandles="1" noChangeArrowheads="1" noChangeShapeType="1" noTextEdit="1"/>
              </p:cNvSpPr>
              <p:nvPr>
                <p:ph type="body" idx="1"/>
              </p:nvPr>
            </p:nvSpPr>
            <p:spPr>
              <a:xfrm>
                <a:off x="838200" y="1634432"/>
                <a:ext cx="7924800" cy="5240692"/>
              </a:xfrm>
              <a:blipFill>
                <a:blip r:embed="rId3"/>
                <a:stretch>
                  <a:fillRect l="-154" t="-814" r="-1077"/>
                </a:stretch>
              </a:blipFill>
            </p:spPr>
            <p:txBody>
              <a:bodyPr/>
              <a:lstStyle/>
              <a:p>
                <a:r>
                  <a:rPr lang="en-HK">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2590800" y="4953000"/>
                <a:ext cx="15240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a:latin typeface="Cambria Math" panose="02040503050406030204" pitchFamily="18" charset="0"/>
                            </a:rPr>
                            <m:t>𝐲</m:t>
                          </m:r>
                        </m:e>
                        <m:sub>
                          <m:r>
                            <a:rPr lang="en-US" i="1">
                              <a:latin typeface="Cambria Math" panose="02040503050406030204" pitchFamily="18" charset="0"/>
                            </a:rPr>
                            <m:t>𝑑</m:t>
                          </m:r>
                        </m:sub>
                      </m:sSub>
                      <m:r>
                        <a:rPr lang="en-US" i="1">
                          <a:latin typeface="Cambria Math" panose="02040503050406030204" pitchFamily="18" charset="0"/>
                        </a:rPr>
                        <m:t>,</m:t>
                      </m:r>
                      <m:r>
                        <a:rPr lang="en-US" b="1">
                          <a:latin typeface="Cambria Math" panose="02040503050406030204" pitchFamily="18" charset="0"/>
                        </a:rPr>
                        <m:t>𝐲</m:t>
                      </m:r>
                      <m:r>
                        <a:rPr lang="en-US" b="0" i="1" smtClean="0">
                          <a:latin typeface="Cambria Math" panose="02040503050406030204" pitchFamily="18" charset="0"/>
                        </a:rPr>
                        <m:t>)</m:t>
                      </m:r>
                    </m:oMath>
                  </m:oMathPara>
                </a14:m>
                <a:endParaRPr lang="en-US" dirty="0"/>
              </a:p>
            </p:txBody>
          </p:sp>
        </mc:Choice>
        <mc:Fallback>
          <p:sp>
            <p:nvSpPr>
              <p:cNvPr id="8" name="TextBox 7"/>
              <p:cNvSpPr txBox="1">
                <a:spLocks noRot="1" noChangeAspect="1" noMove="1" noResize="1" noEditPoints="1" noAdjustHandles="1" noChangeArrowheads="1" noChangeShapeType="1" noTextEdit="1"/>
              </p:cNvSpPr>
              <p:nvPr/>
            </p:nvSpPr>
            <p:spPr>
              <a:xfrm>
                <a:off x="2590800" y="4953000"/>
                <a:ext cx="1524000" cy="369332"/>
              </a:xfrm>
              <a:prstGeom prst="rect">
                <a:avLst/>
              </a:prstGeom>
              <a:blipFill>
                <a:blip r:embed="rId4"/>
                <a:stretch>
                  <a:fillRect b="-38333"/>
                </a:stretch>
              </a:blipFill>
            </p:spPr>
            <p:txBody>
              <a:bodyPr/>
              <a:lstStyle/>
              <a:p>
                <a:r>
                  <a:rPr lang="en-HK">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4937972" y="5757106"/>
                <a:ext cx="1524000" cy="38555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b="1" i="0" smtClean="0">
                              <a:latin typeface="Cambria Math" panose="02040503050406030204" pitchFamily="18" charset="0"/>
                            </a:rPr>
                            <m:t>𝐱</m:t>
                          </m:r>
                        </m:e>
                        <m:sub>
                          <m:r>
                            <a:rPr lang="en-US" i="1">
                              <a:latin typeface="Cambria Math" panose="02040503050406030204" pitchFamily="18" charset="0"/>
                            </a:rPr>
                            <m:t>𝑖</m:t>
                          </m:r>
                        </m:sub>
                      </m:sSub>
                      <m:r>
                        <a:rPr lang="en-US" b="0" i="1" smtClean="0">
                          <a:latin typeface="Cambria Math" panose="02040503050406030204" pitchFamily="18" charset="0"/>
                        </a:rPr>
                        <m:t>,</m:t>
                      </m:r>
                      <m:r>
                        <a:rPr lang="en-US" i="1" smtClean="0">
                          <a:latin typeface="Cambria Math" panose="02040503050406030204" pitchFamily="18" charset="0"/>
                        </a:rPr>
                        <m:t> </m:t>
                      </m:r>
                      <m:sSub>
                        <m:sSubPr>
                          <m:ctrlPr>
                            <a:rPr lang="en-US" i="1">
                              <a:latin typeface="Cambria Math" panose="02040503050406030204" pitchFamily="18" charset="0"/>
                            </a:rPr>
                          </m:ctrlPr>
                        </m:sSubPr>
                        <m:e>
                          <m:r>
                            <a:rPr lang="en-US" b="1" i="0" smtClean="0">
                              <a:latin typeface="Cambria Math" panose="02040503050406030204" pitchFamily="18" charset="0"/>
                            </a:rPr>
                            <m:t>𝐲</m:t>
                          </m:r>
                        </m:e>
                        <m:sub>
                          <m:r>
                            <a:rPr lang="en-US" b="0" i="1" smtClean="0">
                              <a:latin typeface="Cambria Math" panose="02040503050406030204" pitchFamily="18" charset="0"/>
                            </a:rPr>
                            <m:t>𝑖</m:t>
                          </m:r>
                          <m:r>
                            <a:rPr lang="en-US" b="0" i="1" smtClean="0">
                              <a:latin typeface="Cambria Math" panose="02040503050406030204" pitchFamily="18" charset="0"/>
                            </a:rPr>
                            <m:t>,</m:t>
                          </m:r>
                          <m:r>
                            <a:rPr lang="en-US" i="1">
                              <a:latin typeface="Cambria Math" panose="02040503050406030204" pitchFamily="18" charset="0"/>
                            </a:rPr>
                            <m:t>𝑑</m:t>
                          </m:r>
                        </m:sub>
                      </m:sSub>
                      <m:r>
                        <a:rPr lang="en-US" b="0" i="1" smtClean="0">
                          <a:latin typeface="Cambria Math" panose="02040503050406030204" pitchFamily="18" charset="0"/>
                        </a:rPr>
                        <m:t>)</m:t>
                      </m:r>
                    </m:oMath>
                  </m:oMathPara>
                </a14:m>
                <a:endParaRPr lang="en-US" dirty="0"/>
              </a:p>
            </p:txBody>
          </p:sp>
        </mc:Choice>
        <mc:Fallback>
          <p:sp>
            <p:nvSpPr>
              <p:cNvPr id="19" name="TextBox 18"/>
              <p:cNvSpPr txBox="1">
                <a:spLocks noRot="1" noChangeAspect="1" noMove="1" noResize="1" noEditPoints="1" noAdjustHandles="1" noChangeArrowheads="1" noChangeShapeType="1" noTextEdit="1"/>
              </p:cNvSpPr>
              <p:nvPr/>
            </p:nvSpPr>
            <p:spPr>
              <a:xfrm>
                <a:off x="4937972" y="5757106"/>
                <a:ext cx="1524000" cy="385555"/>
              </a:xfrm>
              <a:prstGeom prst="rect">
                <a:avLst/>
              </a:prstGeom>
              <a:blipFill>
                <a:blip r:embed="rId5"/>
                <a:stretch>
                  <a:fillRect b="-29688"/>
                </a:stretch>
              </a:blipFill>
            </p:spPr>
            <p:txBody>
              <a:bodyPr/>
              <a:lstStyle/>
              <a:p>
                <a:r>
                  <a:rPr lang="en-HK">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6825229" y="5426638"/>
                <a:ext cx="1524000" cy="440762"/>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𝐶</m:t>
                    </m:r>
                  </m:oMath>
                </a14:m>
                <a:r>
                  <a:rPr lang="en-US" dirty="0"/>
                  <a:t>/</a:t>
                </a:r>
                <a14:m>
                  <m:oMath xmlns:m="http://schemas.openxmlformats.org/officeDocument/2006/math">
                    <m:r>
                      <a:rPr lang="en-US" i="1">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sub>
                      <m:sup>
                        <m:r>
                          <a:rPr lang="en-US" b="0" i="1" smtClean="0">
                            <a:latin typeface="Cambria Math" panose="02040503050406030204" pitchFamily="18" charset="0"/>
                            <a:ea typeface="Cambria Math" panose="02040503050406030204" pitchFamily="18" charset="0"/>
                          </a:rPr>
                          <m:t>𝑙</m:t>
                        </m:r>
                      </m:sup>
                    </m:sSubSup>
                  </m:oMath>
                </a14:m>
                <a:endParaRPr lang="en-US" dirty="0"/>
              </a:p>
            </p:txBody>
          </p:sp>
        </mc:Choice>
        <mc:Fallback>
          <p:sp>
            <p:nvSpPr>
              <p:cNvPr id="20" name="TextBox 19"/>
              <p:cNvSpPr txBox="1">
                <a:spLocks noRot="1" noChangeAspect="1" noMove="1" noResize="1" noEditPoints="1" noAdjustHandles="1" noChangeArrowheads="1" noChangeShapeType="1" noTextEdit="1"/>
              </p:cNvSpPr>
              <p:nvPr/>
            </p:nvSpPr>
            <p:spPr>
              <a:xfrm>
                <a:off x="6825229" y="5426638"/>
                <a:ext cx="1524000" cy="440762"/>
              </a:xfrm>
              <a:prstGeom prst="rect">
                <a:avLst/>
              </a:prstGeom>
              <a:blipFill>
                <a:blip r:embed="rId6"/>
                <a:stretch>
                  <a:fillRect t="-17808" b="-27397"/>
                </a:stretch>
              </a:blipFill>
            </p:spPr>
            <p:txBody>
              <a:bodyPr/>
              <a:lstStyle/>
              <a:p>
                <a:r>
                  <a:rPr lang="en-HK">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4648200" y="4969438"/>
                <a:ext cx="914400" cy="44076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sub>
                        <m:sup>
                          <m:r>
                            <a:rPr lang="en-US" b="0" i="1" smtClean="0">
                              <a:latin typeface="Cambria Math" panose="02040503050406030204" pitchFamily="18" charset="0"/>
                              <a:ea typeface="Cambria Math" panose="02040503050406030204" pitchFamily="18" charset="0"/>
                            </a:rPr>
                            <m:t>𝑙</m:t>
                          </m:r>
                        </m:sup>
                      </m:sSubSup>
                    </m:oMath>
                  </m:oMathPara>
                </a14:m>
                <a:endParaRPr lang="en-US" dirty="0"/>
              </a:p>
            </p:txBody>
          </p:sp>
        </mc:Choice>
        <mc:Fallback>
          <p:sp>
            <p:nvSpPr>
              <p:cNvPr id="22" name="TextBox 21"/>
              <p:cNvSpPr txBox="1">
                <a:spLocks noRot="1" noChangeAspect="1" noMove="1" noResize="1" noEditPoints="1" noAdjustHandles="1" noChangeArrowheads="1" noChangeShapeType="1" noTextEdit="1"/>
              </p:cNvSpPr>
              <p:nvPr/>
            </p:nvSpPr>
            <p:spPr>
              <a:xfrm>
                <a:off x="4648200" y="4969438"/>
                <a:ext cx="914400" cy="440762"/>
              </a:xfrm>
              <a:prstGeom prst="rect">
                <a:avLst/>
              </a:prstGeom>
              <a:blipFill>
                <a:blip r:embed="rId7"/>
                <a:stretch>
                  <a:fillRect/>
                </a:stretch>
              </a:blipFill>
            </p:spPr>
            <p:txBody>
              <a:bodyPr/>
              <a:lstStyle/>
              <a:p>
                <a:r>
                  <a:rPr lang="en-HK">
                    <a:noFill/>
                  </a:rPr>
                  <a:t> </a:t>
                </a:r>
              </a:p>
            </p:txBody>
          </p:sp>
        </mc:Fallback>
      </mc:AlternateContent>
      <mc:AlternateContent xmlns:mc="http://schemas.openxmlformats.org/markup-compatibility/2006">
        <mc:Choice xmlns:a14="http://schemas.microsoft.com/office/drawing/2010/main" Requires="a14">
          <p:sp>
            <p:nvSpPr>
              <p:cNvPr id="18" name="Rectangle 17"/>
              <p:cNvSpPr/>
              <p:nvPr/>
            </p:nvSpPr>
            <p:spPr>
              <a:xfrm>
                <a:off x="3165980" y="3581400"/>
                <a:ext cx="133337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𝐶</m:t>
                      </m:r>
                      <m:r>
                        <a:rPr lang="en-US" i="1" smtClean="0">
                          <a:latin typeface="Cambria Math" panose="02040503050406030204" pitchFamily="18" charset="0"/>
                        </a:rPr>
                        <m:t>(</m:t>
                      </m:r>
                      <m:sSub>
                        <m:sSubPr>
                          <m:ctrlPr>
                            <a:rPr lang="en-US" i="1">
                              <a:latin typeface="Cambria Math" panose="02040503050406030204" pitchFamily="18" charset="0"/>
                            </a:rPr>
                          </m:ctrlPr>
                        </m:sSubPr>
                        <m:e>
                          <m:r>
                            <a:rPr lang="en-US" b="1">
                              <a:latin typeface="Cambria Math" panose="02040503050406030204" pitchFamily="18" charset="0"/>
                            </a:rPr>
                            <m:t>𝐲</m:t>
                          </m:r>
                        </m:e>
                        <m:sub>
                          <m:r>
                            <a:rPr lang="en-US" i="1">
                              <a:latin typeface="Cambria Math" panose="02040503050406030204" pitchFamily="18" charset="0"/>
                            </a:rPr>
                            <m:t>𝑑</m:t>
                          </m:r>
                        </m:sub>
                      </m:sSub>
                      <m:r>
                        <a:rPr lang="en-US" i="1">
                          <a:latin typeface="Cambria Math" panose="02040503050406030204" pitchFamily="18" charset="0"/>
                        </a:rPr>
                        <m:t>,</m:t>
                      </m:r>
                      <m:r>
                        <a:rPr lang="en-US" b="1">
                          <a:latin typeface="Cambria Math" panose="02040503050406030204" pitchFamily="18" charset="0"/>
                        </a:rPr>
                        <m:t>𝐲</m:t>
                      </m:r>
                      <m:r>
                        <a:rPr lang="en-US" i="1">
                          <a:latin typeface="Cambria Math" panose="02040503050406030204" pitchFamily="18" charset="0"/>
                        </a:rPr>
                        <m:t>)</m:t>
                      </m:r>
                    </m:oMath>
                  </m:oMathPara>
                </a14:m>
                <a:endParaRPr lang="en-US" dirty="0"/>
              </a:p>
            </p:txBody>
          </p:sp>
        </mc:Choice>
        <mc:Fallback>
          <p:sp>
            <p:nvSpPr>
              <p:cNvPr id="18" name="Rectangle 17"/>
              <p:cNvSpPr>
                <a:spLocks noRot="1" noChangeAspect="1" noMove="1" noResize="1" noEditPoints="1" noAdjustHandles="1" noChangeArrowheads="1" noChangeShapeType="1" noTextEdit="1"/>
              </p:cNvSpPr>
              <p:nvPr/>
            </p:nvSpPr>
            <p:spPr>
              <a:xfrm>
                <a:off x="3165980" y="3581400"/>
                <a:ext cx="1333378" cy="461665"/>
              </a:xfrm>
              <a:prstGeom prst="rect">
                <a:avLst/>
              </a:prstGeom>
              <a:blipFill>
                <a:blip r:embed="rId8"/>
                <a:stretch>
                  <a:fillRect l="-457" b="-20000"/>
                </a:stretch>
              </a:blipFill>
            </p:spPr>
            <p:txBody>
              <a:bodyPr/>
              <a:lstStyle/>
              <a:p>
                <a:r>
                  <a:rPr lang="en-HK">
                    <a:noFill/>
                  </a:rPr>
                  <a:t> </a:t>
                </a:r>
              </a:p>
            </p:txBody>
          </p:sp>
        </mc:Fallback>
      </mc:AlternateContent>
    </p:spTree>
    <p:extLst>
      <p:ext uri="{BB962C8B-B14F-4D97-AF65-F5344CB8AC3E}">
        <p14:creationId xmlns:p14="http://schemas.microsoft.com/office/powerpoint/2010/main" val="172685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90847" y="304800"/>
            <a:ext cx="8478838" cy="914400"/>
          </a:xfrm>
        </p:spPr>
        <p:txBody>
          <a:bodyPr/>
          <a:lstStyle/>
          <a:p>
            <a:pPr eaLnBrk="1" hangingPunct="1"/>
            <a:r>
              <a:rPr lang="en-US" altLang="zh-CN" sz="4400" dirty="0">
                <a:ea typeface="宋体" charset="-122"/>
              </a:rPr>
              <a:t>Back-propagation Algorithm (2)</a:t>
            </a:r>
            <a:endParaRPr lang="en-US" sz="4400" dirty="0"/>
          </a:p>
        </p:txBody>
      </p:sp>
      <p:sp>
        <p:nvSpPr>
          <p:cNvPr id="13315" name="Rectangle 3"/>
          <p:cNvSpPr>
            <a:spLocks noGrp="1" noChangeArrowheads="1"/>
          </p:cNvSpPr>
          <p:nvPr>
            <p:ph type="body" idx="1"/>
          </p:nvPr>
        </p:nvSpPr>
        <p:spPr>
          <a:xfrm>
            <a:off x="838200" y="1676400"/>
            <a:ext cx="7924800" cy="4535488"/>
          </a:xfrm>
        </p:spPr>
        <p:txBody>
          <a:bodyPr/>
          <a:lstStyle/>
          <a:p>
            <a:r>
              <a:rPr lang="en-US" dirty="0"/>
              <a:t>Each gradient                can be computed by the chain rule; however, doing this separately for each weight is inefficient. </a:t>
            </a:r>
          </a:p>
          <a:p>
            <a:r>
              <a:rPr lang="en-US" dirty="0"/>
              <a:t>What’s the trick here?</a:t>
            </a:r>
          </a:p>
          <a:p>
            <a:pPr lvl="1"/>
            <a:r>
              <a:rPr lang="en-US" dirty="0"/>
              <a:t>Backpropagation efficiently computes the gradient by avoiding duplicate calculations and not computing unnecessary intermediate values (similar to fast Fourier Transform (FFT) and dynamic programming), by computing the gradient of each layer from back to front </a:t>
            </a:r>
            <a:r>
              <a:rPr lang="en-US" dirty="0">
                <a:solidFill>
                  <a:srgbClr val="FF0000"/>
                </a:solidFill>
              </a:rPr>
              <a:t>recursively</a:t>
            </a:r>
            <a:r>
              <a:rPr lang="en-US" dirty="0"/>
              <a:t>. </a:t>
            </a:r>
          </a:p>
        </p:txBody>
      </p:sp>
      <mc:AlternateContent xmlns:mc="http://schemas.openxmlformats.org/markup-compatibility/2006" xmlns:a14="http://schemas.microsoft.com/office/drawing/2010/main">
        <mc:Choice Requires="a14">
          <p:sp>
            <p:nvSpPr>
              <p:cNvPr id="20" name="TextBox 19"/>
              <p:cNvSpPr txBox="1"/>
              <p:nvPr/>
            </p:nvSpPr>
            <p:spPr>
              <a:xfrm>
                <a:off x="3048000" y="1671987"/>
                <a:ext cx="1524000" cy="440762"/>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rPr>
                      <m:t>𝐶</m:t>
                    </m:r>
                  </m:oMath>
                </a14:m>
                <a:r>
                  <a:rPr lang="en-US" dirty="0"/>
                  <a:t>/</a:t>
                </a:r>
                <a14:m>
                  <m:oMath xmlns:m="http://schemas.openxmlformats.org/officeDocument/2006/math">
                    <m:r>
                      <a:rPr lang="en-US" i="1">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𝑤</m:t>
                        </m:r>
                      </m:e>
                      <m:sub>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sub>
                      <m:sup>
                        <m:r>
                          <a:rPr lang="en-US" b="0" i="1" smtClean="0">
                            <a:latin typeface="Cambria Math" panose="02040503050406030204" pitchFamily="18" charset="0"/>
                            <a:ea typeface="Cambria Math" panose="02040503050406030204" pitchFamily="18" charset="0"/>
                          </a:rPr>
                          <m:t>𝑙</m:t>
                        </m:r>
                      </m:sup>
                    </m:sSubSup>
                  </m:oMath>
                </a14:m>
                <a:endParaRPr lang="en-US" dirty="0"/>
              </a:p>
            </p:txBody>
          </p:sp>
        </mc:Choice>
        <mc:Fallback xmlns="">
          <p:sp>
            <p:nvSpPr>
              <p:cNvPr id="20" name="TextBox 19"/>
              <p:cNvSpPr txBox="1">
                <a:spLocks noRot="1" noChangeAspect="1" noMove="1" noResize="1" noEditPoints="1" noAdjustHandles="1" noChangeArrowheads="1" noChangeShapeType="1" noTextEdit="1"/>
              </p:cNvSpPr>
              <p:nvPr/>
            </p:nvSpPr>
            <p:spPr>
              <a:xfrm>
                <a:off x="3048000" y="1671987"/>
                <a:ext cx="1524000" cy="440762"/>
              </a:xfrm>
              <a:prstGeom prst="rect">
                <a:avLst/>
              </a:prstGeom>
              <a:blipFill>
                <a:blip r:embed="rId3"/>
                <a:stretch>
                  <a:fillRect t="-17808" b="-27397"/>
                </a:stretch>
              </a:blipFill>
            </p:spPr>
            <p:txBody>
              <a:bodyPr/>
              <a:lstStyle/>
              <a:p>
                <a:r>
                  <a:rPr lang="en-US">
                    <a:noFill/>
                  </a:rPr>
                  <a:t> </a:t>
                </a:r>
              </a:p>
            </p:txBody>
          </p:sp>
        </mc:Fallback>
      </mc:AlternateContent>
    </p:spTree>
    <p:extLst>
      <p:ext uri="{BB962C8B-B14F-4D97-AF65-F5344CB8AC3E}">
        <p14:creationId xmlns:p14="http://schemas.microsoft.com/office/powerpoint/2010/main" val="3976333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90847" y="304800"/>
            <a:ext cx="8478838" cy="914400"/>
          </a:xfrm>
        </p:spPr>
        <p:txBody>
          <a:bodyPr/>
          <a:lstStyle/>
          <a:p>
            <a:pPr eaLnBrk="1" hangingPunct="1"/>
            <a:r>
              <a:rPr lang="en-US" altLang="zh-CN" sz="4400" dirty="0">
                <a:ea typeface="宋体" charset="-122"/>
              </a:rPr>
              <a:t>Back-propagation Algorithm (3)</a:t>
            </a:r>
            <a:endParaRPr lang="en-US" sz="4400" dirty="0"/>
          </a:p>
        </p:txBody>
      </p:sp>
      <mc:AlternateContent xmlns:mc="http://schemas.openxmlformats.org/markup-compatibility/2006" xmlns:a14="http://schemas.microsoft.com/office/drawing/2010/main">
        <mc:Choice Requires="a14">
          <p:sp>
            <p:nvSpPr>
              <p:cNvPr id="5" name="Text Placeholder 4"/>
              <p:cNvSpPr txBox="1">
                <a:spLocks noGrp="1"/>
              </p:cNvSpPr>
              <p:nvPr>
                <p:ph type="body" idx="1"/>
              </p:nvPr>
            </p:nvSpPr>
            <p:spPr>
              <a:xfrm>
                <a:off x="228600" y="1676400"/>
                <a:ext cx="8686800" cy="4719497"/>
              </a:xfrm>
              <a:prstGeom prst="rect">
                <a:avLst/>
              </a:prstGeom>
              <a:noFill/>
            </p:spPr>
            <p:txBody>
              <a:bodyPr wrap="square" lIns="0" tIns="0" rIns="0" bIns="0" rtlCol="0">
                <a:spAutoFit/>
              </a:bodyPr>
              <a:lstStyle/>
              <a:p>
                <a14:m>
                  <m:oMath xmlns:m="http://schemas.openxmlformats.org/officeDocument/2006/math">
                    <m:r>
                      <m:rPr>
                        <m:nor/>
                      </m:rPr>
                      <a:rPr lang="en-US" sz="2000" smtClean="0">
                        <a:latin typeface="Cambria Math" panose="02040503050406030204" pitchFamily="18" charset="0"/>
                      </a:rPr>
                      <m:t>min</m:t>
                    </m:r>
                    <m:r>
                      <a:rPr lang="en-US" sz="2000" i="1">
                        <a:latin typeface="Cambria Math" panose="02040503050406030204" pitchFamily="18" charset="0"/>
                      </a:rPr>
                      <m:t> </m:t>
                    </m:r>
                    <m:r>
                      <a:rPr lang="en-US" sz="2000" i="1">
                        <a:latin typeface="Cambria Math" panose="02040503050406030204" pitchFamily="18" charset="0"/>
                      </a:rPr>
                      <m:t>𝐶</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1">
                            <a:latin typeface="Cambria Math" panose="02040503050406030204" pitchFamily="18" charset="0"/>
                          </a:rPr>
                          <m:t>𝐲</m:t>
                        </m:r>
                      </m:e>
                      <m:sub>
                        <m:r>
                          <a:rPr lang="en-US" sz="2000" i="1">
                            <a:latin typeface="Cambria Math" panose="02040503050406030204" pitchFamily="18" charset="0"/>
                          </a:rPr>
                          <m:t>𝑑</m:t>
                        </m:r>
                      </m:sub>
                    </m:sSub>
                    <m:r>
                      <a:rPr lang="en-US" sz="2000" i="1">
                        <a:latin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𝝈</m:t>
                        </m:r>
                      </m:e>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𝑊</m:t>
                        </m:r>
                      </m:e>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p>
                    <m:sSup>
                      <m:sSupPr>
                        <m:ctrlPr>
                          <a:rPr lang="en-US" sz="2000"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𝝈</m:t>
                        </m:r>
                      </m:e>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−1)</m:t>
                        </m:r>
                      </m:sup>
                    </m:s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𝝈</m:t>
                        </m:r>
                      </m:e>
                      <m:sup>
                        <m:r>
                          <a:rPr lang="en-US" sz="2000" i="1">
                            <a:latin typeface="Cambria Math" panose="02040503050406030204" pitchFamily="18" charset="0"/>
                            <a:ea typeface="Cambria Math" panose="02040503050406030204" pitchFamily="18" charset="0"/>
                          </a:rPr>
                          <m:t>(1)</m:t>
                        </m:r>
                      </m:sup>
                    </m:s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𝑊</m:t>
                        </m:r>
                      </m:e>
                      <m:sup>
                        <m:r>
                          <a:rPr lang="en-US" sz="2000" i="1">
                            <a:latin typeface="Cambria Math" panose="02040503050406030204" pitchFamily="18" charset="0"/>
                            <a:ea typeface="Cambria Math" panose="02040503050406030204" pitchFamily="18" charset="0"/>
                          </a:rPr>
                          <m:t>(1)</m:t>
                        </m:r>
                      </m:sup>
                    </m:sSup>
                    <m:r>
                      <a:rPr lang="en-US" sz="2000" b="1" i="0" smtClean="0">
                        <a:latin typeface="Cambria Math" panose="02040503050406030204" pitchFamily="18" charset="0"/>
                        <a:ea typeface="Cambria Math" panose="02040503050406030204" pitchFamily="18" charset="0"/>
                      </a:rPr>
                      <m:t>𝐱</m:t>
                    </m:r>
                    <m:r>
                      <a:rPr lang="en-US" sz="2000" i="1">
                        <a:latin typeface="Cambria Math" panose="02040503050406030204" pitchFamily="18" charset="0"/>
                        <a:ea typeface="Cambria Math" panose="02040503050406030204" pitchFamily="18" charset="0"/>
                      </a:rPr>
                      <m:t>)⋯</m:t>
                    </m:r>
                  </m:oMath>
                </a14:m>
                <a:r>
                  <a:rPr lang="en-US" sz="2000" dirty="0"/>
                  <a:t>))) over </a:t>
                </a:r>
                <a14:m>
                  <m:oMath xmlns:m="http://schemas.openxmlformats.org/officeDocument/2006/math">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𝑤</m:t>
                        </m:r>
                      </m:e>
                      <m:sub>
                        <m:r>
                          <a:rPr lang="en-US" sz="2000" i="1">
                            <a:latin typeface="Cambria Math" panose="02040503050406030204" pitchFamily="18" charset="0"/>
                            <a:ea typeface="Cambria Math" panose="02040503050406030204" pitchFamily="18" charset="0"/>
                          </a:rPr>
                          <m:t>𝑗</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𝑘</m:t>
                        </m:r>
                      </m:sub>
                      <m:sup>
                        <m:r>
                          <a:rPr lang="en-US" sz="2000" i="1">
                            <a:latin typeface="Cambria Math" panose="02040503050406030204" pitchFamily="18" charset="0"/>
                            <a:ea typeface="Cambria Math" panose="02040503050406030204" pitchFamily="18" charset="0"/>
                          </a:rPr>
                          <m:t>𝑙</m:t>
                        </m:r>
                      </m:sup>
                    </m:sSubSup>
                  </m:oMath>
                </a14:m>
                <a:endParaRPr lang="en-US" sz="2000" dirty="0"/>
              </a:p>
              <a:p>
                <a:r>
                  <a:rPr lang="en-US" sz="2000" dirty="0"/>
                  <a:t>The derivative of the loss w.r.t. </a:t>
                </a:r>
                <a14:m>
                  <m:oMath xmlns:m="http://schemas.openxmlformats.org/officeDocument/2006/math">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𝑤</m:t>
                        </m:r>
                      </m:e>
                      <m:sub>
                        <m:r>
                          <a:rPr lang="en-US" sz="2000" i="1">
                            <a:latin typeface="Cambria Math" panose="02040503050406030204" pitchFamily="18" charset="0"/>
                            <a:ea typeface="Cambria Math" panose="02040503050406030204" pitchFamily="18" charset="0"/>
                          </a:rPr>
                          <m:t>𝑗</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𝑘</m:t>
                        </m:r>
                      </m:sub>
                      <m:sup>
                        <m:r>
                          <a:rPr lang="en-US" sz="2000" i="1">
                            <a:latin typeface="Cambria Math" panose="02040503050406030204" pitchFamily="18" charset="0"/>
                            <a:ea typeface="Cambria Math" panose="02040503050406030204" pitchFamily="18" charset="0"/>
                          </a:rPr>
                          <m:t>𝑙</m:t>
                        </m:r>
                      </m:sup>
                    </m:sSubSup>
                  </m:oMath>
                </a14:m>
                <a:r>
                  <a:rPr lang="en-US" sz="2000" dirty="0"/>
                  <a:t> is given by the chain rule (using Einstein notation </a:t>
                </a:r>
                <a14:m>
                  <m:oMath xmlns:m="http://schemas.openxmlformats.org/officeDocument/2006/math">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𝑐</m:t>
                        </m:r>
                      </m:e>
                      <m:sup>
                        <m:r>
                          <a:rPr lang="en-US" sz="2000" b="0" i="1" smtClean="0">
                            <a:latin typeface="Cambria Math" panose="02040503050406030204" pitchFamily="18" charset="0"/>
                          </a:rPr>
                          <m:t>𝑖</m:t>
                        </m:r>
                      </m:sup>
                    </m:sSup>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i="1" smtClean="0">
                        <a:latin typeface="Cambria Math" panose="02040503050406030204" pitchFamily="18" charset="0"/>
                        <a:ea typeface="Cambria Math" panose="02040503050406030204" pitchFamily="18" charset="0"/>
                      </a:rPr>
                      <m:t>≜</m:t>
                    </m:r>
                    <m:nary>
                      <m:naryPr>
                        <m:chr m:val="∑"/>
                        <m:supHide m:val="on"/>
                        <m:ctrlPr>
                          <a:rPr lang="en-US" sz="2000" i="1" smtClean="0">
                            <a:latin typeface="Cambria Math" panose="02040503050406030204" pitchFamily="18" charset="0"/>
                            <a:ea typeface="Cambria Math" panose="02040503050406030204" pitchFamily="18" charset="0"/>
                          </a:rPr>
                        </m:ctrlPr>
                      </m:naryPr>
                      <m:sub>
                        <m:r>
                          <m:rPr>
                            <m:brk m:alnAt="7"/>
                          </m:rPr>
                          <a:rPr lang="en-US" sz="2000" b="0" i="1" smtClean="0">
                            <a:latin typeface="Cambria Math" panose="02040503050406030204" pitchFamily="18" charset="0"/>
                            <a:ea typeface="Cambria Math" panose="02040503050406030204" pitchFamily="18" charset="0"/>
                          </a:rPr>
                          <m:t>𝑖</m:t>
                        </m:r>
                      </m:sub>
                      <m:sup/>
                      <m:e>
                        <m:sSup>
                          <m:sSupPr>
                            <m:ctrlPr>
                              <a:rPr lang="en-US" sz="2000" i="1">
                                <a:latin typeface="Cambria Math" panose="02040503050406030204" pitchFamily="18" charset="0"/>
                              </a:rPr>
                            </m:ctrlPr>
                          </m:sSupPr>
                          <m:e>
                            <m:r>
                              <a:rPr lang="en-US" sz="2000" i="1">
                                <a:latin typeface="Cambria Math" panose="02040503050406030204" pitchFamily="18" charset="0"/>
                              </a:rPr>
                              <m:t>𝑐</m:t>
                            </m:r>
                          </m:e>
                          <m:sup>
                            <m:r>
                              <a:rPr lang="en-US" sz="2000" i="1">
                                <a:latin typeface="Cambria Math" panose="02040503050406030204" pitchFamily="18" charset="0"/>
                              </a:rPr>
                              <m:t>𝑖</m:t>
                            </m:r>
                          </m:sup>
                        </m:sSup>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e>
                    </m:nary>
                  </m:oMath>
                </a14:m>
                <a:r>
                  <a:rPr lang="en-US" sz="2000" dirty="0"/>
                  <a:t>):</a:t>
                </a: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rPr>
                        <m:t>𝐶</m:t>
                      </m:r>
                      <m:r>
                        <m:rPr>
                          <m:nor/>
                        </m:rPr>
                        <a:rPr lang="en-US" sz="2000" dirty="0"/>
                        <m:t>/</m:t>
                      </m:r>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𝑤</m:t>
                          </m:r>
                        </m:e>
                        <m:sub>
                          <m:r>
                            <a:rPr lang="en-US" sz="2000" i="1">
                              <a:latin typeface="Cambria Math" panose="02040503050406030204" pitchFamily="18" charset="0"/>
                              <a:ea typeface="Cambria Math" panose="02040503050406030204" pitchFamily="18" charset="0"/>
                            </a:rPr>
                            <m:t>𝑗</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𝑘</m:t>
                          </m:r>
                        </m:sub>
                        <m:sup>
                          <m:r>
                            <a:rPr lang="en-US" sz="2000" i="1">
                              <a:latin typeface="Cambria Math" panose="02040503050406030204" pitchFamily="18" charset="0"/>
                              <a:ea typeface="Cambria Math" panose="02040503050406030204" pitchFamily="18" charset="0"/>
                            </a:rPr>
                            <m:t>𝑙</m:t>
                          </m:r>
                        </m:sup>
                      </m:sSubSup>
                      <m:r>
                        <a:rPr lang="en-US" sz="2000" i="1">
                          <a:latin typeface="Cambria Math" panose="02040503050406030204" pitchFamily="18" charset="0"/>
                        </a:rPr>
                        <m:t>=</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𝑑𝐶</m:t>
                          </m:r>
                        </m:num>
                        <m:den>
                          <m:r>
                            <a:rPr lang="en-US" sz="2000" b="0" i="1" smtClean="0">
                              <a:latin typeface="Cambria Math" panose="02040503050406030204" pitchFamily="18" charset="0"/>
                            </a:rPr>
                            <m:t>𝑑</m:t>
                          </m:r>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rPr>
                                <m:t>𝑎</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𝐿</m:t>
                                  </m:r>
                                </m:sub>
                              </m:sSub>
                            </m:sub>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bSup>
                        </m:den>
                      </m:f>
                      <m:r>
                        <a:rPr lang="en-US" sz="2000" i="1" smtClean="0">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𝑑</m:t>
                          </m:r>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𝐿</m:t>
                                  </m:r>
                                </m:sub>
                              </m:sSub>
                            </m:sub>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bSup>
                        </m:num>
                        <m:den>
                          <m:r>
                            <a:rPr lang="en-US" sz="2000" i="1">
                              <a:latin typeface="Cambria Math" panose="02040503050406030204" pitchFamily="18" charset="0"/>
                            </a:rPr>
                            <m:t>𝑑</m:t>
                          </m:r>
                          <m:sSubSup>
                            <m:sSubSupPr>
                              <m:ctrlPr>
                                <a:rPr lang="en-US" sz="2000" i="1">
                                  <a:latin typeface="Cambria Math" panose="02040503050406030204" pitchFamily="18" charset="0"/>
                                </a:rPr>
                              </m:ctrlPr>
                            </m:sSubSupPr>
                            <m:e>
                              <m:r>
                                <a:rPr lang="en-US" sz="2000" b="0" i="1" smtClean="0">
                                  <a:latin typeface="Cambria Math" panose="02040503050406030204" pitchFamily="18" charset="0"/>
                                </a:rPr>
                                <m:t>𝑧</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𝐿</m:t>
                                  </m:r>
                                </m:sub>
                              </m:sSub>
                            </m:sub>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bSup>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𝑑</m:t>
                          </m:r>
                          <m:sSubSup>
                            <m:sSubSupPr>
                              <m:ctrlPr>
                                <a:rPr lang="en-US" sz="2000" i="1">
                                  <a:latin typeface="Cambria Math" panose="02040503050406030204" pitchFamily="18" charset="0"/>
                                </a:rPr>
                              </m:ctrlPr>
                            </m:sSubSupPr>
                            <m:e>
                              <m:r>
                                <a:rPr lang="en-US" sz="2000" i="1">
                                  <a:latin typeface="Cambria Math" panose="02040503050406030204" pitchFamily="18" charset="0"/>
                                </a:rPr>
                                <m:t>𝑧</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𝐿</m:t>
                                  </m:r>
                                </m:sub>
                              </m:sSub>
                            </m:sub>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bSup>
                        </m:num>
                        <m:den>
                          <m:r>
                            <a:rPr lang="en-US" sz="2000" i="1">
                              <a:latin typeface="Cambria Math" panose="02040503050406030204" pitchFamily="18" charset="0"/>
                            </a:rPr>
                            <m:t>𝑑</m:t>
                          </m:r>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𝐿</m:t>
                                  </m:r>
                                  <m:r>
                                    <a:rPr lang="en-US" sz="2000" b="0" i="1" smtClean="0">
                                      <a:latin typeface="Cambria Math" panose="02040503050406030204" pitchFamily="18" charset="0"/>
                                    </a:rPr>
                                    <m:t>−1</m:t>
                                  </m:r>
                                </m:sub>
                              </m:sSub>
                            </m:sub>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b="0" i="1" smtClean="0">
                                  <a:latin typeface="Cambria Math" panose="02040503050406030204" pitchFamily="18" charset="0"/>
                                  <a:ea typeface="Cambria Math" panose="02040503050406030204" pitchFamily="18" charset="0"/>
                                </a:rPr>
                                <m:t>−1</m:t>
                              </m:r>
                              <m:r>
                                <a:rPr lang="en-US" sz="2000" i="1">
                                  <a:latin typeface="Cambria Math" panose="02040503050406030204" pitchFamily="18" charset="0"/>
                                  <a:ea typeface="Cambria Math" panose="02040503050406030204" pitchFamily="18" charset="0"/>
                                </a:rPr>
                                <m:t>)</m:t>
                              </m:r>
                            </m:sup>
                          </m:sSubSup>
                        </m:den>
                      </m:f>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𝑑</m:t>
                          </m:r>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b="0" i="1" smtClean="0">
                                      <a:latin typeface="Cambria Math" panose="02040503050406030204" pitchFamily="18" charset="0"/>
                                    </a:rPr>
                                    <m:t>𝑙</m:t>
                                  </m:r>
                                </m:sub>
                              </m:sSub>
                            </m:sub>
                            <m:sup>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𝑙</m:t>
                              </m:r>
                              <m:r>
                                <a:rPr lang="en-US" sz="2000" i="1">
                                  <a:latin typeface="Cambria Math" panose="02040503050406030204" pitchFamily="18" charset="0"/>
                                  <a:ea typeface="Cambria Math" panose="02040503050406030204" pitchFamily="18" charset="0"/>
                                </a:rPr>
                                <m:t>)</m:t>
                              </m:r>
                            </m:sup>
                          </m:sSubSup>
                        </m:num>
                        <m:den>
                          <m:r>
                            <a:rPr lang="en-US" sz="2000" i="1">
                              <a:latin typeface="Cambria Math" panose="02040503050406030204" pitchFamily="18" charset="0"/>
                            </a:rPr>
                            <m:t>𝑑</m:t>
                          </m:r>
                          <m:sSubSup>
                            <m:sSubSupPr>
                              <m:ctrlPr>
                                <a:rPr lang="en-US" sz="2000" i="1">
                                  <a:latin typeface="Cambria Math" panose="02040503050406030204" pitchFamily="18" charset="0"/>
                                </a:rPr>
                              </m:ctrlPr>
                            </m:sSubSupPr>
                            <m:e>
                              <m:r>
                                <a:rPr lang="en-US" sz="2000" i="1">
                                  <a:latin typeface="Cambria Math" panose="02040503050406030204" pitchFamily="18" charset="0"/>
                                </a:rPr>
                                <m:t>𝑧</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b="0" i="1" smtClean="0">
                                      <a:latin typeface="Cambria Math" panose="02040503050406030204" pitchFamily="18" charset="0"/>
                                    </a:rPr>
                                    <m:t>𝑙</m:t>
                                  </m:r>
                                </m:sub>
                              </m:sSub>
                            </m:sub>
                            <m:sup>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𝑙</m:t>
                              </m:r>
                              <m:r>
                                <a:rPr lang="en-US" sz="2000" i="1">
                                  <a:latin typeface="Cambria Math" panose="02040503050406030204" pitchFamily="18" charset="0"/>
                                  <a:ea typeface="Cambria Math" panose="02040503050406030204" pitchFamily="18" charset="0"/>
                                </a:rPr>
                                <m:t>)</m:t>
                              </m:r>
                            </m:sup>
                          </m:sSubSup>
                        </m:den>
                      </m:f>
                      <m:r>
                        <a:rPr lang="en-US" sz="2000" i="1">
                          <a:latin typeface="Cambria Math" panose="02040503050406030204" pitchFamily="18" charset="0"/>
                          <a:ea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𝑑</m:t>
                          </m:r>
                          <m:sSubSup>
                            <m:sSubSupPr>
                              <m:ctrlPr>
                                <a:rPr lang="en-US" sz="2000" i="1">
                                  <a:latin typeface="Cambria Math" panose="02040503050406030204" pitchFamily="18" charset="0"/>
                                </a:rPr>
                              </m:ctrlPr>
                            </m:sSubSupPr>
                            <m:e>
                              <m:r>
                                <a:rPr lang="en-US" sz="2000" i="1">
                                  <a:latin typeface="Cambria Math" panose="02040503050406030204" pitchFamily="18" charset="0"/>
                                </a:rPr>
                                <m:t>𝑧</m:t>
                              </m:r>
                            </m:e>
                            <m:sub>
                              <m:sSub>
                                <m:sSubPr>
                                  <m:ctrlPr>
                                    <a:rPr lang="en-US" sz="2000" i="1">
                                      <a:latin typeface="Cambria Math" panose="02040503050406030204" pitchFamily="18" charset="0"/>
                                    </a:rPr>
                                  </m:ctrlPr>
                                </m:sSubPr>
                                <m:e>
                                  <m:r>
                                    <a:rPr lang="en-US" sz="2000" i="1">
                                      <a:latin typeface="Cambria Math" panose="02040503050406030204" pitchFamily="18" charset="0"/>
                                    </a:rPr>
                                    <m:t>𝑖</m:t>
                                  </m:r>
                                </m:e>
                                <m:sub>
                                  <m:r>
                                    <a:rPr lang="en-US" sz="2000" i="1">
                                      <a:latin typeface="Cambria Math" panose="02040503050406030204" pitchFamily="18" charset="0"/>
                                    </a:rPr>
                                    <m:t>𝑙</m:t>
                                  </m:r>
                                </m:sub>
                              </m:sSub>
                            </m:sub>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𝑙</m:t>
                              </m:r>
                              <m:r>
                                <a:rPr lang="en-US" sz="2000" i="1">
                                  <a:latin typeface="Cambria Math" panose="02040503050406030204" pitchFamily="18" charset="0"/>
                                  <a:ea typeface="Cambria Math" panose="02040503050406030204" pitchFamily="18" charset="0"/>
                                </a:rPr>
                                <m:t>)</m:t>
                              </m:r>
                            </m:sup>
                          </m:sSubSup>
                        </m:num>
                        <m:den>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𝑑𝑤</m:t>
                              </m:r>
                            </m:e>
                            <m:sub>
                              <m:r>
                                <a:rPr lang="en-US" sz="2000" i="1">
                                  <a:latin typeface="Cambria Math" panose="02040503050406030204" pitchFamily="18" charset="0"/>
                                  <a:ea typeface="Cambria Math" panose="02040503050406030204" pitchFamily="18" charset="0"/>
                                </a:rPr>
                                <m:t>𝑗</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𝑘</m:t>
                              </m:r>
                            </m:sub>
                            <m:sup>
                              <m:r>
                                <a:rPr lang="en-US" sz="2000" i="1">
                                  <a:latin typeface="Cambria Math" panose="02040503050406030204" pitchFamily="18" charset="0"/>
                                  <a:ea typeface="Cambria Math" panose="02040503050406030204" pitchFamily="18" charset="0"/>
                                </a:rPr>
                                <m:t>𝑙</m:t>
                              </m:r>
                            </m:sup>
                          </m:sSubSup>
                        </m:den>
                      </m:f>
                    </m:oMath>
                  </m:oMathPara>
                </a14:m>
                <a:endParaRPr lang="en-US" sz="2000"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m:t>
                          </m:r>
                        </m:e>
                        <m:sub>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𝑊</m:t>
                              </m:r>
                            </m:e>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𝑙</m:t>
                              </m:r>
                              <m:r>
                                <a:rPr lang="en-US" sz="2000" i="1">
                                  <a:latin typeface="Cambria Math" panose="02040503050406030204" pitchFamily="18" charset="0"/>
                                  <a:ea typeface="Cambria Math" panose="02040503050406030204" pitchFamily="18" charset="0"/>
                                </a:rPr>
                                <m:t>)</m:t>
                              </m:r>
                            </m:sup>
                          </m:sSup>
                        </m:sub>
                      </m:sSub>
                      <m:r>
                        <a:rPr lang="en-US" sz="2000" i="1">
                          <a:latin typeface="Cambria Math" panose="02040503050406030204" pitchFamily="18" charset="0"/>
                        </a:rPr>
                        <m:t>𝐶</m:t>
                      </m:r>
                      <m:sSub>
                        <m:sSubPr>
                          <m:ctrlPr>
                            <a:rPr lang="en-US" sz="2000" i="1">
                              <a:latin typeface="Cambria Math" panose="02040503050406030204" pitchFamily="18" charset="0"/>
                            </a:rPr>
                          </m:ctrlPr>
                        </m:sSubPr>
                        <m:e>
                          <m:r>
                            <a:rPr lang="en-US" sz="2000" b="0" i="1" smtClean="0">
                              <a:latin typeface="Cambria Math" panose="02040503050406030204" pitchFamily="18" charset="0"/>
                            </a:rPr>
                            <m:t>=</m:t>
                          </m:r>
                          <m:r>
                            <a:rPr lang="en-US" sz="2000" i="1" smtClean="0">
                              <a:latin typeface="Cambria Math" panose="02040503050406030204" pitchFamily="18" charset="0"/>
                              <a:ea typeface="Cambria Math" panose="02040503050406030204" pitchFamily="18" charset="0"/>
                            </a:rPr>
                            <m:t>𝛻</m:t>
                          </m:r>
                        </m:e>
                        <m:sub>
                          <m:sSup>
                            <m:sSupPr>
                              <m:ctrlPr>
                                <a:rPr lang="en-US" sz="2000" i="1">
                                  <a:latin typeface="Cambria Math" panose="02040503050406030204" pitchFamily="18" charset="0"/>
                                  <a:ea typeface="Cambria Math" panose="02040503050406030204" pitchFamily="18" charset="0"/>
                                </a:rPr>
                              </m:ctrlPr>
                            </m:sSupPr>
                            <m:e>
                              <m:r>
                                <a:rPr lang="en-US" sz="2000" b="1" i="1" smtClean="0">
                                  <a:latin typeface="Cambria Math" panose="02040503050406030204" pitchFamily="18" charset="0"/>
                                  <a:ea typeface="Cambria Math" panose="02040503050406030204" pitchFamily="18" charset="0"/>
                                </a:rPr>
                                <m:t>𝒂</m:t>
                              </m:r>
                            </m:e>
                            <m:sup>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p>
                        </m:sub>
                      </m:sSub>
                      <m:r>
                        <a:rPr lang="en-US" sz="2000" i="1">
                          <a:latin typeface="Cambria Math" panose="02040503050406030204" pitchFamily="18" charset="0"/>
                        </a:rPr>
                        <m:t>𝐶</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𝝈</m:t>
                          </m:r>
                        </m:e>
                        <m:sup>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𝐿</m:t>
                              </m:r>
                            </m:e>
                          </m:d>
                        </m:sup>
                      </m:sSup>
                      <m:r>
                        <a:rPr lang="en-US"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𝑊</m:t>
                          </m:r>
                        </m:e>
                        <m:sup>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𝝈</m:t>
                          </m:r>
                        </m:e>
                        <m:sup>
                          <m:d>
                            <m:dPr>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𝑙</m:t>
                              </m:r>
                            </m:e>
                          </m:d>
                        </m:sup>
                      </m:s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rPr>
                          </m:ctrlPr>
                        </m:sSupPr>
                        <m:e>
                          <m:r>
                            <a:rPr lang="en-US" sz="2000" b="1" i="1">
                              <a:latin typeface="Cambria Math" panose="02040503050406030204" pitchFamily="18" charset="0"/>
                            </a:rPr>
                            <m:t>𝒂</m:t>
                          </m:r>
                        </m:e>
                        <m:sup>
                          <m:r>
                            <a:rPr lang="en-US" sz="2000" i="1">
                              <a:latin typeface="Cambria Math" panose="02040503050406030204" pitchFamily="18" charset="0"/>
                            </a:rPr>
                            <m:t>(</m:t>
                          </m:r>
                          <m:r>
                            <a:rPr lang="en-US" sz="2000" i="1">
                              <a:latin typeface="Cambria Math" panose="02040503050406030204" pitchFamily="18" charset="0"/>
                            </a:rPr>
                            <m:t>𝑙</m:t>
                          </m:r>
                          <m:r>
                            <a:rPr lang="en-US" sz="2000" b="0" i="1" smtClean="0">
                              <a:latin typeface="Cambria Math" panose="02040503050406030204" pitchFamily="18" charset="0"/>
                            </a:rPr>
                            <m:t>−1</m:t>
                          </m:r>
                          <m:r>
                            <a:rPr lang="en-US" sz="2000" i="1">
                              <a:latin typeface="Cambria Math" panose="02040503050406030204" pitchFamily="18" charset="0"/>
                            </a:rPr>
                            <m:t>)</m:t>
                          </m:r>
                        </m:sup>
                      </m:sSup>
                    </m:oMath>
                  </m:oMathPara>
                </a14:m>
                <a:endParaRPr lang="en-US" sz="2000" dirty="0"/>
              </a:p>
              <a:p>
                <a:pPr marL="0" indent="0">
                  <a:buNone/>
                </a:pPr>
                <a:r>
                  <a:rPr lang="en-US" sz="2000" dirty="0"/>
                  <a:t>where </a:t>
                </a:r>
                <a14:m>
                  <m:oMath xmlns:m="http://schemas.openxmlformats.org/officeDocument/2006/math">
                    <m:sSup>
                      <m:sSupPr>
                        <m:ctrlPr>
                          <a:rPr lang="en-US" sz="2000" i="1">
                            <a:latin typeface="Cambria Math" panose="02040503050406030204" pitchFamily="18" charset="0"/>
                          </a:rPr>
                        </m:ctrlPr>
                      </m:sSupPr>
                      <m:e>
                        <m:r>
                          <a:rPr lang="en-US" sz="2000" b="1" i="0">
                            <a:latin typeface="Cambria Math" panose="02040503050406030204" pitchFamily="18" charset="0"/>
                          </a:rPr>
                          <m:t>𝐳</m:t>
                        </m:r>
                      </m:e>
                      <m:sup>
                        <m:r>
                          <a:rPr lang="en-US" sz="2000" i="1">
                            <a:latin typeface="Cambria Math" panose="02040503050406030204" pitchFamily="18" charset="0"/>
                          </a:rPr>
                          <m:t>(</m:t>
                        </m:r>
                        <m:r>
                          <a:rPr lang="en-US" sz="2000" i="1">
                            <a:latin typeface="Cambria Math" panose="02040503050406030204" pitchFamily="18" charset="0"/>
                          </a:rPr>
                          <m:t>𝑙</m:t>
                        </m:r>
                        <m:r>
                          <a:rPr lang="en-US" sz="2000" i="1">
                            <a:latin typeface="Cambria Math" panose="02040503050406030204" pitchFamily="18" charset="0"/>
                          </a:rPr>
                          <m:t>)</m:t>
                        </m:r>
                      </m:sup>
                    </m:sSup>
                    <m:r>
                      <a:rPr lang="en-US" sz="2000" b="0" i="1" smtClean="0">
                        <a:latin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𝑊</m:t>
                        </m:r>
                      </m:e>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𝑙</m:t>
                        </m:r>
                        <m:r>
                          <a:rPr lang="en-US" sz="2000" i="1">
                            <a:latin typeface="Cambria Math" panose="02040503050406030204" pitchFamily="18" charset="0"/>
                            <a:ea typeface="Cambria Math" panose="02040503050406030204" pitchFamily="18" charset="0"/>
                          </a:rPr>
                          <m:t>)</m:t>
                        </m:r>
                      </m:sup>
                    </m:sSup>
                    <m:sSup>
                      <m:sSupPr>
                        <m:ctrlPr>
                          <a:rPr lang="en-US" sz="2000" i="1">
                            <a:latin typeface="Cambria Math" panose="02040503050406030204" pitchFamily="18" charset="0"/>
                          </a:rPr>
                        </m:ctrlPr>
                      </m:sSupPr>
                      <m:e>
                        <m:r>
                          <a:rPr lang="en-US" sz="2000" b="1" i="1" smtClean="0">
                            <a:latin typeface="Cambria Math" panose="02040503050406030204" pitchFamily="18" charset="0"/>
                          </a:rPr>
                          <m:t>𝒂</m:t>
                        </m:r>
                      </m:e>
                      <m:sup>
                        <m:r>
                          <a:rPr lang="en-US" sz="2000" i="1">
                            <a:latin typeface="Cambria Math" panose="02040503050406030204" pitchFamily="18" charset="0"/>
                          </a:rPr>
                          <m:t>(</m:t>
                        </m:r>
                        <m:r>
                          <a:rPr lang="en-US" sz="2000" i="1">
                            <a:latin typeface="Cambria Math" panose="02040503050406030204" pitchFamily="18" charset="0"/>
                          </a:rPr>
                          <m:t>𝑙</m:t>
                        </m:r>
                        <m:r>
                          <a:rPr lang="en-US" sz="2000" b="0" i="1" smtClean="0">
                            <a:latin typeface="Cambria Math" panose="02040503050406030204" pitchFamily="18" charset="0"/>
                          </a:rPr>
                          <m:t>−1</m:t>
                        </m:r>
                        <m:r>
                          <a:rPr lang="en-US" sz="2000" i="1">
                            <a:latin typeface="Cambria Math" panose="02040503050406030204" pitchFamily="18" charset="0"/>
                          </a:rPr>
                          <m:t>)</m:t>
                        </m:r>
                      </m:sup>
                    </m:sSup>
                  </m:oMath>
                </a14:m>
                <a:endParaRPr lang="en-US" sz="2000" dirty="0"/>
              </a:p>
              <a:p>
                <a:r>
                  <a:rPr lang="en-US" sz="2000" dirty="0"/>
                  <a:t>Define the gradient of the loss </a:t>
                </a:r>
                <a:r>
                  <a:rPr lang="en-US" sz="2000" i="1" dirty="0"/>
                  <a:t>C</a:t>
                </a:r>
                <a:r>
                  <a:rPr lang="en-US" sz="2000" dirty="0"/>
                  <a:t> w.r.t. </a:t>
                </a:r>
                <a14:m>
                  <m:oMath xmlns:m="http://schemas.openxmlformats.org/officeDocument/2006/math">
                    <m:sSup>
                      <m:sSupPr>
                        <m:ctrlPr>
                          <a:rPr lang="en-US" sz="2000" i="1">
                            <a:latin typeface="Cambria Math" panose="02040503050406030204" pitchFamily="18" charset="0"/>
                          </a:rPr>
                        </m:ctrlPr>
                      </m:sSupPr>
                      <m:e>
                        <m:r>
                          <a:rPr lang="en-US" sz="2000" b="1" i="0">
                            <a:latin typeface="Cambria Math" panose="02040503050406030204" pitchFamily="18" charset="0"/>
                          </a:rPr>
                          <m:t>𝐳</m:t>
                        </m:r>
                      </m:e>
                      <m:sup>
                        <m:r>
                          <a:rPr lang="en-US" sz="2000" i="1">
                            <a:latin typeface="Cambria Math" panose="02040503050406030204" pitchFamily="18" charset="0"/>
                          </a:rPr>
                          <m:t>(</m:t>
                        </m:r>
                        <m:r>
                          <a:rPr lang="en-US" sz="2000" i="1">
                            <a:latin typeface="Cambria Math" panose="02040503050406030204" pitchFamily="18" charset="0"/>
                          </a:rPr>
                          <m:t>𝑙</m:t>
                        </m:r>
                        <m:r>
                          <a:rPr lang="en-US" sz="2000" i="1">
                            <a:latin typeface="Cambria Math" panose="02040503050406030204" pitchFamily="18" charset="0"/>
                          </a:rPr>
                          <m:t>)</m:t>
                        </m:r>
                      </m:sup>
                    </m:sSup>
                  </m:oMath>
                </a14:m>
                <a:r>
                  <a:rPr lang="en-US" sz="2000" dirty="0"/>
                  <a:t> by</a:t>
                </a:r>
              </a:p>
              <a:p>
                <a:pPr marL="0" indent="0">
                  <a:buNone/>
                </a:pPr>
                <a14:m>
                  <m:oMath xmlns:m="http://schemas.openxmlformats.org/officeDocument/2006/math">
                    <m:sSup>
                      <m:sSupPr>
                        <m:ctrlPr>
                          <a:rPr lang="en-US" sz="2000" i="1">
                            <a:latin typeface="Cambria Math" panose="02040503050406030204" pitchFamily="18" charset="0"/>
                            <a:ea typeface="Cambria Math" panose="02040503050406030204" pitchFamily="18" charset="0"/>
                          </a:rPr>
                        </m:ctrlPr>
                      </m:sSupPr>
                      <m:e>
                        <m:r>
                          <a:rPr lang="en-US" sz="2000" b="1" i="1" smtClean="0">
                            <a:latin typeface="Cambria Math" panose="02040503050406030204" pitchFamily="18" charset="0"/>
                            <a:ea typeface="Cambria Math" panose="02040503050406030204" pitchFamily="18" charset="0"/>
                          </a:rPr>
                          <m:t>𝜹</m:t>
                        </m:r>
                      </m:e>
                      <m:sup>
                        <m:d>
                          <m:dPr>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𝑙</m:t>
                            </m:r>
                          </m:e>
                        </m:d>
                      </m:sup>
                    </m:sSup>
                  </m:oMath>
                </a14:m>
                <a:r>
                  <a:rPr lang="en-US" sz="2000" dirty="0"/>
                  <a:t>=</a:t>
                </a:r>
                <a14:m>
                  <m:oMath xmlns:m="http://schemas.openxmlformats.org/officeDocument/2006/math">
                    <m:sSub>
                      <m:sSubPr>
                        <m:ctrlPr>
                          <a:rPr lang="en-US" sz="2000" i="1">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m:t>
                        </m:r>
                      </m:e>
                      <m:sub>
                        <m:sSup>
                          <m:sSupPr>
                            <m:ctrlPr>
                              <a:rPr lang="en-US" sz="2000" i="1">
                                <a:latin typeface="Cambria Math" panose="02040503050406030204" pitchFamily="18" charset="0"/>
                              </a:rPr>
                            </m:ctrlPr>
                          </m:sSupPr>
                          <m:e>
                            <m:r>
                              <a:rPr lang="en-US" sz="2000" b="1" i="1">
                                <a:latin typeface="Cambria Math" panose="02040503050406030204" pitchFamily="18" charset="0"/>
                              </a:rPr>
                              <m:t>𝒛</m:t>
                            </m:r>
                          </m:e>
                          <m:sup>
                            <m:r>
                              <a:rPr lang="en-US" sz="2000" i="1">
                                <a:latin typeface="Cambria Math" panose="02040503050406030204" pitchFamily="18" charset="0"/>
                              </a:rPr>
                              <m:t>(</m:t>
                            </m:r>
                            <m:r>
                              <a:rPr lang="en-US" sz="2000" i="1">
                                <a:latin typeface="Cambria Math" panose="02040503050406030204" pitchFamily="18" charset="0"/>
                              </a:rPr>
                              <m:t>𝑙</m:t>
                            </m:r>
                            <m:r>
                              <a:rPr lang="en-US" sz="2000" i="1">
                                <a:latin typeface="Cambria Math" panose="02040503050406030204" pitchFamily="18" charset="0"/>
                              </a:rPr>
                              <m:t>)</m:t>
                            </m:r>
                          </m:sup>
                        </m:sSup>
                      </m:sub>
                    </m:sSub>
                    <m:r>
                      <a:rPr lang="en-US" sz="2000" i="1">
                        <a:latin typeface="Cambria Math" panose="02040503050406030204" pitchFamily="18" charset="0"/>
                      </a:rPr>
                      <m:t>𝐶</m:t>
                    </m:r>
                    <m:sSub>
                      <m:sSubPr>
                        <m:ctrlPr>
                          <a:rPr lang="en-US" sz="2000" i="1">
                            <a:latin typeface="Cambria Math" panose="02040503050406030204" pitchFamily="18" charset="0"/>
                          </a:rPr>
                        </m:ctrlPr>
                      </m:sSubPr>
                      <m:e>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e>
                      <m:sub>
                        <m:sSup>
                          <m:sSupPr>
                            <m:ctrlPr>
                              <a:rPr lang="en-US" sz="2000"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𝒂</m:t>
                            </m:r>
                          </m:e>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p>
                      </m:sub>
                    </m:sSub>
                    <m:r>
                      <a:rPr lang="en-US" sz="2000" i="1">
                        <a:latin typeface="Cambria Math" panose="02040503050406030204" pitchFamily="18" charset="0"/>
                      </a:rPr>
                      <m:t>𝐶</m:t>
                    </m:r>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𝝈</m:t>
                        </m:r>
                      </m:e>
                      <m:sup>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𝐿</m:t>
                            </m:r>
                          </m:e>
                        </m:d>
                      </m:sup>
                    </m:s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𝑊</m:t>
                        </m:r>
                      </m:e>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ea typeface="Cambria Math" panose="02040503050406030204" pitchFamily="18" charset="0"/>
                          </a:rPr>
                        </m:ctrlPr>
                      </m:sSupPr>
                      <m:e>
                        <m:r>
                          <a:rPr lang="en-US" sz="2000" b="1" i="1">
                            <a:latin typeface="Cambria Math" panose="02040503050406030204" pitchFamily="18" charset="0"/>
                            <a:ea typeface="Cambria Math" panose="02040503050406030204" pitchFamily="18" charset="0"/>
                          </a:rPr>
                          <m:t>𝝈</m:t>
                        </m:r>
                      </m:e>
                      <m:sup>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𝑙</m:t>
                            </m:r>
                          </m:e>
                        </m:d>
                      </m:sup>
                    </m:sSup>
                    <m:r>
                      <a:rPr lang="en-US" sz="2000" i="1">
                        <a:latin typeface="Cambria Math" panose="02040503050406030204" pitchFamily="18" charset="0"/>
                        <a:ea typeface="Cambria Math" panose="02040503050406030204" pitchFamily="18" charset="0"/>
                      </a:rPr>
                      <m:t>)′</m:t>
                    </m:r>
                  </m:oMath>
                </a14:m>
                <a:endParaRPr lang="en-US" sz="2000" dirty="0"/>
              </a:p>
              <a:p>
                <a:r>
                  <a:rPr lang="en-US" dirty="0"/>
                  <a:t>Then we obtain a </a:t>
                </a:r>
                <a:r>
                  <a:rPr lang="en-US" dirty="0">
                    <a:solidFill>
                      <a:srgbClr val="FF0000"/>
                    </a:solidFill>
                  </a:rPr>
                  <a:t>recursive form</a:t>
                </a:r>
                <a:r>
                  <a:rPr lang="en-US" dirty="0"/>
                  <a:t>: </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𝜹</m:t>
                        </m:r>
                      </m:e>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−1</m:t>
                            </m:r>
                          </m:e>
                        </m:d>
                      </m:sup>
                    </m:sSup>
                  </m:oMath>
                </a14:m>
                <a:r>
                  <a:rPr lang="en-US" dirty="0"/>
                  <a:t>=</a:t>
                </a:r>
                <a14:m>
                  <m:oMath xmlns:m="http://schemas.openxmlformats.org/officeDocument/2006/math">
                    <m:sSup>
                      <m:sSupPr>
                        <m:ctrlPr>
                          <a:rPr lang="en-US" i="1">
                            <a:latin typeface="Cambria Math" panose="02040503050406030204" pitchFamily="18" charset="0"/>
                            <a:ea typeface="Cambria Math" panose="02040503050406030204" pitchFamily="18" charset="0"/>
                          </a:rPr>
                        </m:ctrlPr>
                      </m:sSup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𝑊</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m:t>
                            </m:r>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𝝈</m:t>
                            </m:r>
                          </m:e>
                          <m:sup>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𝑙</m:t>
                                </m:r>
                                <m:r>
                                  <a:rPr lang="en-US" i="1">
                                    <a:latin typeface="Cambria Math" panose="02040503050406030204" pitchFamily="18" charset="0"/>
                                    <a:ea typeface="Cambria Math" panose="02040503050406030204" pitchFamily="18" charset="0"/>
                                  </a:rPr>
                                  <m:t>−1</m:t>
                                </m:r>
                              </m:e>
                            </m:d>
                          </m:sup>
                        </m:sSup>
                        <m:r>
                          <a:rPr lang="en-US" i="1">
                            <a:latin typeface="Cambria Math" panose="02040503050406030204" pitchFamily="18" charset="0"/>
                            <a:ea typeface="Cambria Math" panose="02040503050406030204" pitchFamily="18" charset="0"/>
                          </a:rPr>
                          <m:t>)′</m:t>
                        </m:r>
                        <m:r>
                          <a:rPr lang="en-US" b="1" i="1">
                            <a:latin typeface="Cambria Math" panose="02040503050406030204" pitchFamily="18" charset="0"/>
                            <a:ea typeface="Cambria Math" panose="02040503050406030204" pitchFamily="18" charset="0"/>
                          </a:rPr>
                          <m:t>𝜹</m:t>
                        </m:r>
                      </m:e>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m:t>
                            </m:r>
                          </m:e>
                        </m:d>
                      </m:sup>
                    </m:sSup>
                  </m:oMath>
                </a14:m>
                <a:endParaRPr lang="en-US" dirty="0"/>
              </a:p>
              <a:p>
                <a:r>
                  <a:rPr lang="en-US" dirty="0"/>
                  <a:t>The gradient at Layer </a:t>
                </a:r>
                <a14:m>
                  <m:oMath xmlns:m="http://schemas.openxmlformats.org/officeDocument/2006/math">
                    <m:r>
                      <a:rPr lang="en-US" b="0" i="1" smtClean="0">
                        <a:latin typeface="Cambria Math" panose="02040503050406030204" pitchFamily="18" charset="0"/>
                      </a:rPr>
                      <m:t>𝑙</m:t>
                    </m:r>
                  </m:oMath>
                </a14:m>
                <a:r>
                  <a:rPr lang="en-US" dirty="0"/>
                  <a:t> is: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m:t>
                        </m:r>
                      </m:e>
                      <m:sub>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𝑊</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m:t>
                            </m:r>
                            <m:r>
                              <a:rPr lang="en-US" i="1">
                                <a:latin typeface="Cambria Math" panose="02040503050406030204" pitchFamily="18" charset="0"/>
                                <a:ea typeface="Cambria Math" panose="02040503050406030204" pitchFamily="18" charset="0"/>
                              </a:rPr>
                              <m:t>)</m:t>
                            </m:r>
                          </m:sup>
                        </m:sSup>
                      </m:sub>
                    </m:sSub>
                    <m:r>
                      <a:rPr lang="en-US" b="0" i="1" smtClean="0">
                        <a:latin typeface="Cambria Math" panose="02040503050406030204" pitchFamily="18" charset="0"/>
                      </a:rPr>
                      <m:t>𝐶</m:t>
                    </m:r>
                    <m:r>
                      <a:rPr lang="en-US" b="0" i="1"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𝜹</m:t>
                        </m:r>
                      </m:e>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m:t>
                            </m:r>
                          </m:e>
                        </m:d>
                      </m:sup>
                    </m:sSup>
                    <m:sSup>
                      <m:sSupPr>
                        <m:ctrlPr>
                          <a:rPr lang="en-US" i="1" smtClean="0">
                            <a:latin typeface="Cambria Math" panose="02040503050406030204" pitchFamily="18" charset="0"/>
                            <a:ea typeface="Cambria Math" panose="02040503050406030204" pitchFamily="18" charset="0"/>
                          </a:rPr>
                        </m:ctrlPr>
                      </m:sSupPr>
                      <m:e>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rPr>
                                </m:ctrlPr>
                              </m:sSupPr>
                              <m:e>
                                <m:r>
                                  <a:rPr lang="en-US" b="1" i="1">
                                    <a:latin typeface="Cambria Math" panose="02040503050406030204" pitchFamily="18" charset="0"/>
                                  </a:rPr>
                                  <m:t>𝒂</m:t>
                                </m:r>
                              </m:e>
                              <m:sup>
                                <m:r>
                                  <a:rPr lang="en-US" i="1">
                                    <a:latin typeface="Cambria Math" panose="02040503050406030204" pitchFamily="18" charset="0"/>
                                  </a:rPr>
                                  <m:t>(</m:t>
                                </m:r>
                                <m:r>
                                  <a:rPr lang="en-US" i="1">
                                    <a:latin typeface="Cambria Math" panose="02040503050406030204" pitchFamily="18" charset="0"/>
                                  </a:rPr>
                                  <m:t>𝑙</m:t>
                                </m:r>
                                <m:r>
                                  <a:rPr lang="en-US" b="0" i="1" smtClean="0">
                                    <a:latin typeface="Cambria Math" panose="02040503050406030204" pitchFamily="18" charset="0"/>
                                  </a:rPr>
                                  <m:t>−1</m:t>
                                </m:r>
                                <m:r>
                                  <a:rPr lang="en-US" i="1">
                                    <a:latin typeface="Cambria Math" panose="02040503050406030204" pitchFamily="18" charset="0"/>
                                  </a:rPr>
                                  <m:t>)</m:t>
                                </m:r>
                              </m:sup>
                            </m:sSup>
                          </m:e>
                        </m:d>
                      </m:e>
                      <m:sup>
                        <m:r>
                          <a:rPr lang="en-US" b="0" i="1" smtClean="0">
                            <a:latin typeface="Cambria Math" panose="02040503050406030204" pitchFamily="18" charset="0"/>
                            <a:ea typeface="Cambria Math" panose="02040503050406030204" pitchFamily="18" charset="0"/>
                          </a:rPr>
                          <m:t>𝑇</m:t>
                        </m:r>
                      </m:sup>
                    </m:sSup>
                  </m:oMath>
                </a14:m>
                <a:endParaRPr lang="en-US" dirty="0"/>
              </a:p>
            </p:txBody>
          </p:sp>
        </mc:Choice>
        <mc:Fallback xmlns="">
          <p:sp>
            <p:nvSpPr>
              <p:cNvPr id="5" name="Text Placeholder 4"/>
              <p:cNvSpPr txBox="1">
                <a:spLocks noGrp="1" noRot="1" noChangeAspect="1" noMove="1" noResize="1" noEditPoints="1" noAdjustHandles="1" noChangeArrowheads="1" noChangeShapeType="1" noTextEdit="1"/>
              </p:cNvSpPr>
              <p:nvPr>
                <p:ph type="body" idx="1"/>
              </p:nvPr>
            </p:nvSpPr>
            <p:spPr>
              <a:xfrm>
                <a:off x="228600" y="1676400"/>
                <a:ext cx="8686800" cy="4719497"/>
              </a:xfrm>
              <a:prstGeom prst="rect">
                <a:avLst/>
              </a:prstGeom>
              <a:blipFill>
                <a:blip r:embed="rId3"/>
                <a:stretch>
                  <a:fillRect l="-1825" t="-1292" b="-1163"/>
                </a:stretch>
              </a:blipFill>
            </p:spPr>
            <p:txBody>
              <a:bodyPr/>
              <a:lstStyle/>
              <a:p>
                <a:r>
                  <a:rPr lang="en-US">
                    <a:noFill/>
                  </a:rPr>
                  <a:t> </a:t>
                </a:r>
              </a:p>
            </p:txBody>
          </p:sp>
        </mc:Fallback>
      </mc:AlternateContent>
    </p:spTree>
    <p:extLst>
      <p:ext uri="{BB962C8B-B14F-4D97-AF65-F5344CB8AC3E}">
        <p14:creationId xmlns:p14="http://schemas.microsoft.com/office/powerpoint/2010/main" val="884740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Example 1</a:t>
            </a:r>
          </a:p>
        </p:txBody>
      </p:sp>
      <mc:AlternateContent xmlns:mc="http://schemas.openxmlformats.org/markup-compatibility/2006" xmlns:a14="http://schemas.microsoft.com/office/drawing/2010/main">
        <mc:Choice Requires="a14">
          <p:sp>
            <p:nvSpPr>
              <p:cNvPr id="40963" name="Rectangle 3"/>
              <p:cNvSpPr>
                <a:spLocks noGrp="1" noChangeArrowheads="1"/>
              </p:cNvSpPr>
              <p:nvPr>
                <p:ph type="body" idx="4294967295"/>
              </p:nvPr>
            </p:nvSpPr>
            <p:spPr>
              <a:xfrm>
                <a:off x="762000" y="1732052"/>
                <a:ext cx="8077200" cy="5105400"/>
              </a:xfrm>
            </p:spPr>
            <p:txBody>
              <a:bodyPr/>
              <a:lstStyle/>
              <a:p>
                <a:r>
                  <a:rPr lang="en-US" dirty="0"/>
                  <a:t>Loss function using cross entropy                 </a:t>
                </a:r>
              </a:p>
              <a:p>
                <a:pPr lvl="1"/>
                <a:r>
                  <a:rPr lang="en-US" dirty="0"/>
                  <a:t>Cross entropy: extra number of bits (on average) to represent a random variable of distribution Q(x) instead of (true) distribution P(x)</a:t>
                </a:r>
              </a:p>
              <a:p>
                <a:pPr marL="457200" lvl="1" indent="0">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𝐻</m:t>
                      </m:r>
                      <m:d>
                        <m:dPr>
                          <m:ctrlPr>
                            <a:rPr lang="en-US" i="1">
                              <a:latin typeface="Cambria Math" panose="02040503050406030204" pitchFamily="18" charset="0"/>
                            </a:rPr>
                          </m:ctrlPr>
                        </m:dPr>
                        <m:e>
                          <m:r>
                            <a:rPr lang="en-US" i="1">
                              <a:latin typeface="Cambria Math" panose="02040503050406030204" pitchFamily="18" charset="0"/>
                            </a:rPr>
                            <m:t>𝑃</m:t>
                          </m:r>
                          <m:r>
                            <a:rPr lang="en-US" i="1">
                              <a:latin typeface="Cambria Math" panose="02040503050406030204" pitchFamily="18" charset="0"/>
                            </a:rPr>
                            <m:t>, </m:t>
                          </m:r>
                          <m:r>
                            <a:rPr lang="en-US" i="1">
                              <a:latin typeface="Cambria Math" panose="02040503050406030204" pitchFamily="18" charset="0"/>
                            </a:rPr>
                            <m:t>𝑄</m:t>
                          </m:r>
                        </m:e>
                      </m:d>
                      <m:r>
                        <a:rPr lang="en-US" i="1">
                          <a:latin typeface="Cambria Math" panose="02040503050406030204" pitchFamily="18" charset="0"/>
                        </a:rPr>
                        <m:t>= –</m:t>
                      </m:r>
                      <m:sSub>
                        <m:sSubPr>
                          <m:ctrlPr>
                            <a:rPr lang="en-US" i="1" smtClean="0">
                              <a:latin typeface="Cambria Math" panose="02040503050406030204" pitchFamily="18" charset="0"/>
                            </a:rPr>
                          </m:ctrlPr>
                        </m:sSubPr>
                        <m:e>
                          <m:r>
                            <m:rPr>
                              <m:nor/>
                            </m:rPr>
                            <a:rPr lang="en-US">
                              <a:latin typeface="Cambria Math" panose="02040503050406030204" pitchFamily="18" charset="0"/>
                            </a:rPr>
                            <m:t>E</m:t>
                          </m:r>
                        </m:e>
                        <m:sub>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𝑋</m:t>
                              </m:r>
                            </m:sub>
                          </m:sSub>
                        </m:sub>
                      </m:sSub>
                      <m:r>
                        <a:rPr lang="en-US" i="1" smtClean="0">
                          <a:latin typeface="Cambria Math" panose="02040503050406030204" pitchFamily="18" charset="0"/>
                        </a:rPr>
                        <m:t> </m:t>
                      </m:r>
                      <m:d>
                        <m:dPr>
                          <m:begChr m:val="["/>
                          <m:endChr m:val="]"/>
                          <m:ctrlPr>
                            <a:rPr lang="en-US" i="1" smtClean="0">
                              <a:latin typeface="Cambria Math" panose="02040503050406030204" pitchFamily="18" charset="0"/>
                            </a:rPr>
                          </m:ctrlPr>
                        </m:dPr>
                        <m:e>
                          <m:r>
                            <m:rPr>
                              <m:nor/>
                            </m:rPr>
                            <a:rPr lang="en-US" i="0">
                              <a:latin typeface="Cambria Math" panose="02040503050406030204" pitchFamily="18" charset="0"/>
                            </a:rPr>
                            <m:t>log</m:t>
                          </m:r>
                          <m:d>
                            <m:dPr>
                              <m:ctrlPr>
                                <a:rPr lang="en-US" i="1">
                                  <a:latin typeface="Cambria Math" panose="02040503050406030204" pitchFamily="18" charset="0"/>
                                </a:rPr>
                              </m:ctrlPr>
                            </m:dPr>
                            <m:e>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𝑋</m:t>
                                  </m:r>
                                </m:e>
                              </m:d>
                            </m:e>
                          </m:d>
                        </m:e>
                      </m:d>
                      <m:r>
                        <a:rPr lang="en-US" i="1">
                          <a:latin typeface="Cambria Math" panose="02040503050406030204" pitchFamily="18" charset="0"/>
                        </a:rPr>
                        <m:t>=</m:t>
                      </m:r>
                      <m:r>
                        <a:rPr lang="en-US" b="0" i="1" smtClean="0">
                          <a:latin typeface="Cambria Math" panose="02040503050406030204" pitchFamily="18" charset="0"/>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𝑥</m:t>
                          </m:r>
                        </m:sub>
                        <m:sup/>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m:rPr>
                              <m:nor/>
                            </m:rPr>
                            <a:rPr lang="en-US">
                              <a:latin typeface="Cambria Math" panose="02040503050406030204" pitchFamily="18" charset="0"/>
                            </a:rPr>
                            <m:t>log</m:t>
                          </m:r>
                          <m:d>
                            <m:dPr>
                              <m:ctrlPr>
                                <a:rPr lang="en-US" i="1">
                                  <a:latin typeface="Cambria Math" panose="02040503050406030204" pitchFamily="18" charset="0"/>
                                </a:rPr>
                              </m:ctrlPr>
                            </m:dPr>
                            <m:e>
                              <m:r>
                                <a:rPr lang="en-US" i="1">
                                  <a:latin typeface="Cambria Math" panose="02040503050406030204" pitchFamily="18" charset="0"/>
                                </a:rPr>
                                <m:t>𝑄</m:t>
                              </m:r>
                              <m:d>
                                <m:dPr>
                                  <m:ctrlPr>
                                    <a:rPr lang="en-US" i="1">
                                      <a:latin typeface="Cambria Math" panose="02040503050406030204" pitchFamily="18" charset="0"/>
                                    </a:rPr>
                                  </m:ctrlPr>
                                </m:dPr>
                                <m:e>
                                  <m:r>
                                    <a:rPr lang="en-US" b="0" i="1" smtClean="0">
                                      <a:latin typeface="Cambria Math" panose="02040503050406030204" pitchFamily="18" charset="0"/>
                                    </a:rPr>
                                    <m:t>𝑥</m:t>
                                  </m:r>
                                </m:e>
                              </m:d>
                            </m:e>
                          </m:d>
                        </m:e>
                      </m:nary>
                    </m:oMath>
                  </m:oMathPara>
                </a14:m>
                <a:endParaRPr lang="pt-BR" dirty="0"/>
              </a:p>
              <a:p>
                <a:pPr lvl="1"/>
                <a:endParaRPr lang="en-US" dirty="0"/>
              </a:p>
              <a:p>
                <a:pPr lvl="1"/>
                <a:endParaRPr lang="en-US" dirty="0"/>
              </a:p>
              <a:p>
                <a:r>
                  <a:rPr lang="en-US" dirty="0"/>
                  <a:t>Activation function at Layer </a:t>
                </a:r>
                <a:r>
                  <a:rPr lang="en-US" i="1" dirty="0"/>
                  <a:t>L</a:t>
                </a:r>
                <a:r>
                  <a:rPr lang="en-US" dirty="0"/>
                  <a:t> using </a:t>
                </a:r>
                <a:r>
                  <a:rPr lang="en-US" dirty="0" err="1"/>
                  <a:t>softmax</a:t>
                </a:r>
                <a:endParaRPr lang="en-US" dirty="0"/>
              </a:p>
              <a:p>
                <a:pPr marL="457200" lvl="1"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𝜎</m:t>
                          </m:r>
                          <m:d>
                            <m:dPr>
                              <m:ctrlPr>
                                <a:rPr lang="en-US" i="1">
                                  <a:latin typeface="Cambria Math" panose="02040503050406030204" pitchFamily="18" charset="0"/>
                                  <a:ea typeface="Cambria Math" panose="02040503050406030204" pitchFamily="18" charset="0"/>
                                </a:rPr>
                              </m:ctrlPr>
                            </m:dPr>
                            <m:e>
                              <m:r>
                                <a:rPr lang="en-US" b="1" i="0" smtClean="0">
                                  <a:latin typeface="Cambria Math" panose="02040503050406030204" pitchFamily="18" charset="0"/>
                                  <a:ea typeface="Cambria Math" panose="02040503050406030204" pitchFamily="18" charset="0"/>
                                </a:rPr>
                                <m:t>𝐳</m:t>
                              </m:r>
                            </m:e>
                          </m:d>
                        </m:e>
                        <m:sub>
                          <m:r>
                            <a:rPr lang="en-US" b="0" i="1" smtClean="0">
                              <a:latin typeface="Cambria Math" panose="02040503050406030204" pitchFamily="18" charset="0"/>
                            </a:rPr>
                            <m:t>𝑗</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𝑧</m:t>
                                  </m:r>
                                </m:e>
                                <m:sub>
                                  <m:r>
                                    <a:rPr lang="en-US" b="0" i="1" smtClean="0">
                                      <a:latin typeface="Cambria Math" panose="02040503050406030204" pitchFamily="18" charset="0"/>
                                    </a:rPr>
                                    <m:t>𝑗</m:t>
                                  </m:r>
                                </m:sub>
                                <m:sup/>
                              </m:sSubSup>
                            </m:sup>
                          </m:sSup>
                        </m:num>
                        <m:den>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𝑖</m:t>
                              </m:r>
                            </m:sub>
                            <m:sup/>
                            <m:e>
                              <m:sSup>
                                <m:sSupPr>
                                  <m:ctrlPr>
                                    <a:rPr lang="en-US" i="1">
                                      <a:latin typeface="Cambria Math" panose="02040503050406030204" pitchFamily="18" charset="0"/>
                                    </a:rPr>
                                  </m:ctrlPr>
                                </m:sSupPr>
                                <m:e>
                                  <m:r>
                                    <a:rPr lang="en-US" i="1">
                                      <a:latin typeface="Cambria Math" panose="02040503050406030204" pitchFamily="18" charset="0"/>
                                    </a:rPr>
                                    <m:t>𝑒</m:t>
                                  </m:r>
                                </m:e>
                                <m:sup>
                                  <m:sSubSup>
                                    <m:sSubSupPr>
                                      <m:ctrlPr>
                                        <a:rPr lang="en-US" i="1">
                                          <a:latin typeface="Cambria Math" panose="02040503050406030204" pitchFamily="18" charset="0"/>
                                        </a:rPr>
                                      </m:ctrlPr>
                                    </m:sSubSupPr>
                                    <m:e>
                                      <m:r>
                                        <a:rPr lang="en-US" i="1">
                                          <a:latin typeface="Cambria Math" panose="02040503050406030204" pitchFamily="18" charset="0"/>
                                        </a:rPr>
                                        <m:t>𝑧</m:t>
                                      </m:r>
                                    </m:e>
                                    <m:sub>
                                      <m:r>
                                        <a:rPr lang="en-US" b="0" i="1" smtClean="0">
                                          <a:latin typeface="Cambria Math" panose="02040503050406030204" pitchFamily="18" charset="0"/>
                                        </a:rPr>
                                        <m:t>𝑖</m:t>
                                      </m:r>
                                    </m:sub>
                                    <m:sup/>
                                  </m:sSubSup>
                                </m:sup>
                              </m:sSup>
                            </m:e>
                          </m:nary>
                        </m:den>
                      </m:f>
                    </m:oMath>
                  </m:oMathPara>
                </a14:m>
                <a:endParaRPr lang="en-US" dirty="0"/>
              </a:p>
              <a:p>
                <a:pPr lvl="1"/>
                <a:endParaRPr lang="en-US" dirty="0"/>
              </a:p>
            </p:txBody>
          </p:sp>
        </mc:Choice>
        <mc:Fallback xmlns="">
          <p:sp>
            <p:nvSpPr>
              <p:cNvPr id="40963" name="Rectangle 3"/>
              <p:cNvSpPr>
                <a:spLocks noGrp="1" noRot="1" noChangeAspect="1" noMove="1" noResize="1" noEditPoints="1" noAdjustHandles="1" noChangeArrowheads="1" noChangeShapeType="1" noTextEdit="1"/>
              </p:cNvSpPr>
              <p:nvPr>
                <p:ph type="body" idx="4294967295"/>
              </p:nvPr>
            </p:nvSpPr>
            <p:spPr>
              <a:xfrm>
                <a:off x="762000" y="1732052"/>
                <a:ext cx="8077200" cy="5105400"/>
              </a:xfrm>
              <a:blipFill>
                <a:blip r:embed="rId3"/>
                <a:stretch>
                  <a:fillRect l="-151" t="-8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28600" y="4284752"/>
                <a:ext cx="8275834" cy="1247842"/>
              </a:xfrm>
              <a:prstGeom prst="rect">
                <a:avLst/>
              </a:prstGeom>
            </p:spPr>
            <p:txBody>
              <a:bodyPr wrap="square">
                <a:spAutoFit/>
              </a:bodyPr>
              <a:lstStyle/>
              <a:p>
                <a:r>
                  <a:rPr lang="en-US" b="0" dirty="0"/>
                  <a:t>L</a:t>
                </a:r>
                <a14:m>
                  <m:oMath xmlns:m="http://schemas.openxmlformats.org/officeDocument/2006/math">
                    <m:r>
                      <m:rPr>
                        <m:nor/>
                      </m:rPr>
                      <a:rPr lang="en-US" b="0" i="0" smtClean="0">
                        <a:latin typeface="Cambria Math" panose="02040503050406030204" pitchFamily="18" charset="0"/>
                      </a:rPr>
                      <m:t>oss</m:t>
                    </m:r>
                    <m:r>
                      <m:rPr>
                        <m:nor/>
                      </m:rPr>
                      <a:rPr lang="en-US" b="0" i="0" smtClean="0">
                        <a:latin typeface="Cambria Math" panose="02040503050406030204" pitchFamily="18" charset="0"/>
                      </a:rPr>
                      <m:t> </m:t>
                    </m:r>
                    <m:r>
                      <m:rPr>
                        <m:nor/>
                      </m:rPr>
                      <a:rPr lang="en-US" b="0" i="0" smtClean="0">
                        <a:latin typeface="Cambria Math" panose="02040503050406030204" pitchFamily="18" charset="0"/>
                      </a:rPr>
                      <m:t>function</m:t>
                    </m:r>
                    <m:r>
                      <m:rPr>
                        <m:nor/>
                      </m:rPr>
                      <a:rPr lang="en-US" b="0" i="0" smtClean="0">
                        <a:latin typeface="Cambria Math" panose="02040503050406030204" pitchFamily="18" charset="0"/>
                      </a:rPr>
                      <m:t>:</m:t>
                    </m:r>
                    <m:r>
                      <a:rPr lang="en-US" b="0" i="1" smtClean="0">
                        <a:latin typeface="Cambria Math" panose="02040503050406030204" pitchFamily="18" charset="0"/>
                      </a:rPr>
                      <m:t> </m:t>
                    </m:r>
                    <m:r>
                      <a:rPr lang="en-US" i="1" smtClean="0">
                        <a:latin typeface="Cambria Math" panose="02040503050406030204" pitchFamily="18" charset="0"/>
                      </a:rPr>
                      <m:t>𝐶</m:t>
                    </m:r>
                    <m:d>
                      <m:dPr>
                        <m:ctrlPr>
                          <a:rPr lang="en-US" i="1" smtClean="0">
                            <a:latin typeface="Cambria Math" panose="02040503050406030204" pitchFamily="18" charset="0"/>
                          </a:rPr>
                        </m:ctrlPr>
                      </m:dPr>
                      <m:e>
                        <m:sSub>
                          <m:sSubPr>
                            <m:ctrlPr>
                              <a:rPr lang="en-US" i="1">
                                <a:latin typeface="Cambria Math" panose="02040503050406030204" pitchFamily="18" charset="0"/>
                              </a:rPr>
                            </m:ctrlPr>
                          </m:sSubPr>
                          <m:e>
                            <m:r>
                              <a:rPr lang="en-US" b="1">
                                <a:latin typeface="Cambria Math" panose="02040503050406030204" pitchFamily="18" charset="0"/>
                              </a:rPr>
                              <m:t>𝐲</m:t>
                            </m:r>
                          </m:e>
                          <m:sub>
                            <m:r>
                              <a:rPr lang="en-US" i="1">
                                <a:latin typeface="Cambria Math" panose="02040503050406030204" pitchFamily="18" charset="0"/>
                              </a:rPr>
                              <m:t>𝑑</m:t>
                            </m:r>
                          </m:sub>
                        </m:sSub>
                        <m:r>
                          <a:rPr lang="en-US" i="1">
                            <a:latin typeface="Cambria Math" panose="02040503050406030204" pitchFamily="18" charset="0"/>
                          </a:rPr>
                          <m:t>,</m:t>
                        </m:r>
                        <m:r>
                          <a:rPr lang="en-US" b="1">
                            <a:latin typeface="Cambria Math" panose="02040503050406030204" pitchFamily="18" charset="0"/>
                          </a:rPr>
                          <m:t>𝐲</m:t>
                        </m:r>
                      </m:e>
                    </m:d>
                    <m:r>
                      <a:rPr lang="en-US" b="0" i="1" smtClean="0">
                        <a:latin typeface="Cambria Math" panose="02040503050406030204" pitchFamily="18" charset="0"/>
                      </a:rPr>
                      <m:t>=−</m:t>
                    </m:r>
                    <m:r>
                      <m:rPr>
                        <m:nor/>
                      </m:rPr>
                      <a:rPr lang="en-US" b="0" i="0" smtClean="0">
                        <a:latin typeface="Cambria Math" panose="02040503050406030204" pitchFamily="18" charset="0"/>
                      </a:rPr>
                      <m:t>log</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𝜎</m:t>
                        </m:r>
                      </m:sub>
                    </m:sSub>
                    <m:d>
                      <m:dPr>
                        <m:ctrlPr>
                          <a:rPr lang="en-US" b="0" i="1" smtClean="0">
                            <a:latin typeface="Cambria Math" panose="02040503050406030204" pitchFamily="18" charset="0"/>
                          </a:rPr>
                        </m:ctrlPr>
                      </m:dPr>
                      <m:e>
                        <m:r>
                          <a:rPr lang="en-US" i="1" smtClean="0">
                            <a:latin typeface="Cambria Math" panose="02040503050406030204" pitchFamily="18" charset="0"/>
                          </a:rPr>
                          <m:t>𝑎</m:t>
                        </m:r>
                      </m:e>
                    </m:d>
                    <m:r>
                      <a:rPr lang="en-US" b="0" i="1" smtClean="0">
                        <a:latin typeface="Cambria Math" panose="02040503050406030204" pitchFamily="18" charset="0"/>
                      </a:rPr>
                      <m:t>=</m:t>
                    </m:r>
                    <m:r>
                      <a:rPr lang="en-US" i="1">
                        <a:latin typeface="Cambria Math" panose="02040503050406030204" pitchFamily="18" charset="0"/>
                      </a:rPr>
                      <m:t>−</m:t>
                    </m:r>
                    <m:r>
                      <m:rPr>
                        <m:nor/>
                      </m:rPr>
                      <a:rPr lang="en-US">
                        <a:latin typeface="Cambria Math" panose="02040503050406030204" pitchFamily="18" charset="0"/>
                      </a:rPr>
                      <m:t>log</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𝑎</m:t>
                        </m:r>
                      </m:sub>
                    </m:sSub>
                  </m:oMath>
                </a14:m>
                <a:endParaRPr lang="en-US" dirty="0"/>
              </a:p>
              <a:p>
                <a:r>
                  <a:rPr lang="en-US" dirty="0"/>
                  <a:t>where </a:t>
                </a:r>
                <a14:m>
                  <m:oMath xmlns:m="http://schemas.openxmlformats.org/officeDocument/2006/math">
                    <m:r>
                      <a:rPr lang="en-US" i="1">
                        <a:latin typeface="Cambria Math" panose="02040503050406030204" pitchFamily="18" charset="0"/>
                      </a:rPr>
                      <m:t>𝑎</m:t>
                    </m:r>
                    <m:r>
                      <m:rPr>
                        <m:nor/>
                      </m:rPr>
                      <a:rPr lang="en-US">
                        <a:latin typeface="Cambria Math" panose="02040503050406030204" pitchFamily="18" charset="0"/>
                      </a:rPr>
                      <m:t> </m:t>
                    </m:r>
                    <m:r>
                      <m:rPr>
                        <m:nor/>
                      </m:rPr>
                      <a:rPr lang="en-US">
                        <a:latin typeface="Cambria Math" panose="02040503050406030204" pitchFamily="18" charset="0"/>
                      </a:rPr>
                      <m:t>is</m:t>
                    </m:r>
                    <m:r>
                      <m:rPr>
                        <m:nor/>
                      </m:rPr>
                      <a:rPr lang="en-US">
                        <a:latin typeface="Cambria Math" panose="02040503050406030204" pitchFamily="18" charset="0"/>
                      </a:rPr>
                      <m:t> </m:t>
                    </m:r>
                    <m:r>
                      <m:rPr>
                        <m:nor/>
                      </m:rPr>
                      <a:rPr lang="en-US">
                        <a:latin typeface="Cambria Math" panose="02040503050406030204" pitchFamily="18" charset="0"/>
                      </a:rPr>
                      <m:t>the</m:t>
                    </m:r>
                    <m:r>
                      <m:rPr>
                        <m:nor/>
                      </m:rPr>
                      <a:rPr lang="en-US">
                        <a:latin typeface="Cambria Math" panose="02040503050406030204" pitchFamily="18" charset="0"/>
                      </a:rPr>
                      <m:t> </m:t>
                    </m:r>
                    <m:r>
                      <m:rPr>
                        <m:nor/>
                      </m:rPr>
                      <a:rPr lang="en-US">
                        <a:latin typeface="Cambria Math" panose="02040503050406030204" pitchFamily="18" charset="0"/>
                      </a:rPr>
                      <m:t>non</m:t>
                    </m:r>
                    <m:r>
                      <m:rPr>
                        <m:nor/>
                      </m:rPr>
                      <a:rPr lang="en-US">
                        <a:latin typeface="Cambria Math" panose="02040503050406030204" pitchFamily="18" charset="0"/>
                      </a:rPr>
                      <m:t>−</m:t>
                    </m:r>
                    <m:r>
                      <m:rPr>
                        <m:nor/>
                      </m:rPr>
                      <a:rPr lang="en-US">
                        <a:latin typeface="Cambria Math" panose="02040503050406030204" pitchFamily="18" charset="0"/>
                      </a:rPr>
                      <m:t>zero</m:t>
                    </m:r>
                    <m:r>
                      <m:rPr>
                        <m:nor/>
                      </m:rPr>
                      <a:rPr lang="en-US">
                        <a:latin typeface="Cambria Math" panose="02040503050406030204" pitchFamily="18" charset="0"/>
                      </a:rPr>
                      <m:t> </m:t>
                    </m:r>
                    <m:r>
                      <m:rPr>
                        <m:nor/>
                      </m:rPr>
                      <a:rPr lang="en-US">
                        <a:latin typeface="Cambria Math" panose="02040503050406030204" pitchFamily="18" charset="0"/>
                      </a:rPr>
                      <m:t>dimension</m:t>
                    </m:r>
                    <m:r>
                      <m:rPr>
                        <m:nor/>
                      </m:rPr>
                      <a:rPr lang="en-US">
                        <a:latin typeface="Cambria Math" panose="02040503050406030204" pitchFamily="18" charset="0"/>
                      </a:rPr>
                      <m:t> </m:t>
                    </m:r>
                    <m:r>
                      <m:rPr>
                        <m:nor/>
                      </m:rPr>
                      <a:rPr lang="en-US">
                        <a:latin typeface="Cambria Math" panose="02040503050406030204" pitchFamily="18" charset="0"/>
                      </a:rPr>
                      <m:t>index</m:t>
                    </m:r>
                    <m:r>
                      <m:rPr>
                        <m:nor/>
                      </m:rPr>
                      <a:rPr lang="en-US">
                        <a:latin typeface="Cambria Math" panose="02040503050406030204" pitchFamily="18" charset="0"/>
                      </a:rPr>
                      <m:t> </m:t>
                    </m:r>
                    <m:r>
                      <m:rPr>
                        <m:nor/>
                      </m:rPr>
                      <a:rPr lang="en-US">
                        <a:latin typeface="Cambria Math" panose="02040503050406030204" pitchFamily="18" charset="0"/>
                      </a:rPr>
                      <m:t>of</m:t>
                    </m:r>
                    <m:r>
                      <m:rPr>
                        <m:nor/>
                      </m:rPr>
                      <a:rPr lang="en-US">
                        <a:latin typeface="Cambria Math" panose="02040503050406030204" pitchFamily="18" charset="0"/>
                      </a:rPr>
                      <m:t> </m:t>
                    </m:r>
                    <m:sSub>
                      <m:sSubPr>
                        <m:ctrlPr>
                          <a:rPr lang="en-US" i="1">
                            <a:latin typeface="Cambria Math" panose="02040503050406030204" pitchFamily="18" charset="0"/>
                          </a:rPr>
                        </m:ctrlPr>
                      </m:sSubPr>
                      <m:e>
                        <m:r>
                          <a:rPr lang="en-US" b="1">
                            <a:latin typeface="Cambria Math" panose="02040503050406030204" pitchFamily="18" charset="0"/>
                          </a:rPr>
                          <m:t>𝐲</m:t>
                        </m:r>
                      </m:e>
                      <m:sub>
                        <m:r>
                          <a:rPr lang="en-US" i="1">
                            <a:latin typeface="Cambria Math" panose="02040503050406030204" pitchFamily="18" charset="0"/>
                          </a:rPr>
                          <m:t>𝑑</m:t>
                        </m:r>
                      </m:sub>
                    </m:sSub>
                    <m:r>
                      <a:rPr lang="en-US" i="1">
                        <a:latin typeface="Cambria Math" panose="02040503050406030204" pitchFamily="18" charset="0"/>
                      </a:rPr>
                      <m:t>(</m:t>
                    </m:r>
                    <m:r>
                      <a:rPr lang="en-US" b="1">
                        <a:latin typeface="Cambria Math" panose="02040503050406030204" pitchFamily="18" charset="0"/>
                      </a:rPr>
                      <m:t>𝐱</m:t>
                    </m:r>
                    <m:r>
                      <a:rPr lang="en-US" i="1">
                        <a:latin typeface="Cambria Math" panose="02040503050406030204" pitchFamily="18" charset="0"/>
                      </a:rPr>
                      <m:t>)</m:t>
                    </m:r>
                  </m:oMath>
                </a14:m>
                <a:r>
                  <a:rPr lang="en-US" dirty="0"/>
                  <a:t>.</a:t>
                </a:r>
                <a:endParaRPr lang="en-US" b="0" dirty="0"/>
              </a:p>
              <a:p>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228600" y="4284752"/>
                <a:ext cx="8275834" cy="1247842"/>
              </a:xfrm>
              <a:prstGeom prst="rect">
                <a:avLst/>
              </a:prstGeom>
              <a:blipFill>
                <a:blip r:embed="rId4"/>
                <a:stretch>
                  <a:fillRect t="-4390"/>
                </a:stretch>
              </a:blipFill>
            </p:spPr>
            <p:txBody>
              <a:bodyPr/>
              <a:lstStyle/>
              <a:p>
                <a:r>
                  <a:rPr 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Example 1 (cont’d)</a:t>
            </a:r>
          </a:p>
        </p:txBody>
      </p:sp>
      <mc:AlternateContent xmlns:mc="http://schemas.openxmlformats.org/markup-compatibility/2006" xmlns:a14="http://schemas.microsoft.com/office/drawing/2010/main">
        <mc:Choice Requires="a14">
          <p:sp>
            <p:nvSpPr>
              <p:cNvPr id="40963" name="Rectangle 3"/>
              <p:cNvSpPr>
                <a:spLocks noGrp="1" noChangeArrowheads="1"/>
              </p:cNvSpPr>
              <p:nvPr>
                <p:ph type="body" idx="4294967295"/>
              </p:nvPr>
            </p:nvSpPr>
            <p:spPr>
              <a:xfrm>
                <a:off x="152400" y="1752600"/>
                <a:ext cx="8763000" cy="5105400"/>
              </a:xfrm>
            </p:spPr>
            <p:txBody>
              <a:bodyPr/>
              <a:lstStyle/>
              <a:p>
                <a14:m>
                  <m:oMath xmlns:m="http://schemas.openxmlformats.org/officeDocument/2006/math">
                    <m:sSub>
                      <m:sSubPr>
                        <m:ctrlPr>
                          <a:rPr lang="en-US" i="1" smtClean="0">
                            <a:latin typeface="Cambria Math" panose="02040503050406030204" pitchFamily="18" charset="0"/>
                          </a:rPr>
                        </m:ctrlPr>
                      </m:sSubPr>
                      <m:e>
                        <m:r>
                          <m:rPr>
                            <m:nor/>
                          </m:rPr>
                          <a:rPr lang="en-US" b="0" i="0" smtClean="0">
                            <a:latin typeface="Cambria Math" panose="02040503050406030204" pitchFamily="18" charset="0"/>
                          </a:rPr>
                          <m:t>Need</m:t>
                        </m:r>
                        <m:r>
                          <m:rPr>
                            <m:nor/>
                          </m:rPr>
                          <a:rPr lang="en-US" b="0" i="0" smtClean="0">
                            <a:latin typeface="Cambria Math" panose="02040503050406030204" pitchFamily="18" charset="0"/>
                          </a:rPr>
                          <m:t> </m:t>
                        </m:r>
                        <m:r>
                          <m:rPr>
                            <m:nor/>
                          </m:rPr>
                          <a:rPr lang="en-US" b="0" i="0" smtClean="0">
                            <a:latin typeface="Cambria Math" panose="02040503050406030204" pitchFamily="18" charset="0"/>
                          </a:rPr>
                          <m:t>to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calculate</m:t>
                        </m:r>
                        <m:r>
                          <m:rPr>
                            <m:nor/>
                          </m:rPr>
                          <a:rPr lang="en-US" b="0" i="0"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e>
                      <m:sub>
                        <m:sSup>
                          <m:sSupPr>
                            <m:ctrlPr>
                              <a:rPr lang="en-US" i="1" smtClean="0">
                                <a:latin typeface="Cambria Math" panose="02040503050406030204" pitchFamily="18" charset="0"/>
                                <a:ea typeface="Cambria Math" panose="02040503050406030204" pitchFamily="18" charset="0"/>
                              </a:rPr>
                            </m:ctrlPr>
                          </m:sSupPr>
                          <m:e>
                            <m:r>
                              <a:rPr lang="en-US" b="1" i="1">
                                <a:latin typeface="Cambria Math" panose="02040503050406030204" pitchFamily="18" charset="0"/>
                                <a:ea typeface="Cambria Math" panose="02040503050406030204" pitchFamily="18" charset="0"/>
                              </a:rPr>
                              <m:t>𝒂</m:t>
                            </m:r>
                          </m:e>
                          <m:sup>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𝐿</m:t>
                            </m:r>
                            <m:r>
                              <a:rPr lang="en-US" i="1" smtClean="0">
                                <a:latin typeface="Cambria Math" panose="02040503050406030204" pitchFamily="18" charset="0"/>
                                <a:ea typeface="Cambria Math" panose="02040503050406030204" pitchFamily="18" charset="0"/>
                              </a:rPr>
                              <m:t>)</m:t>
                            </m:r>
                          </m:sup>
                        </m:sSup>
                      </m:sub>
                    </m:sSub>
                    <m:r>
                      <a:rPr lang="en-US" i="1" smtClean="0">
                        <a:latin typeface="Cambria Math" panose="02040503050406030204" pitchFamily="18" charset="0"/>
                      </a:rPr>
                      <m:t>𝐶</m:t>
                    </m:r>
                  </m:oMath>
                </a14:m>
                <a:endParaRPr lang="en-US" dirty="0"/>
              </a:p>
              <a:p>
                <a:pPr marL="0" indent="0">
                  <a:buNone/>
                </a:pPr>
                <a:r>
                  <a:rPr lang="en-US" sz="2000" dirty="0"/>
                  <a:t>Only one partial derivative is non-zero: </a:t>
                </a:r>
                <a14:m>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𝐶</m:t>
                        </m:r>
                      </m:num>
                      <m:den>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𝑎</m:t>
                            </m:r>
                          </m:sub>
                        </m:sSub>
                      </m:den>
                    </m:f>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𝑎</m:t>
                            </m:r>
                          </m:sub>
                        </m:sSub>
                      </m:den>
                    </m:f>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m:t>
                        </m:r>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𝑎</m:t>
                                </m:r>
                              </m:sub>
                            </m:sSub>
                          </m:e>
                        </m:func>
                      </m:e>
                    </m:d>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𝑎</m:t>
                            </m:r>
                          </m:sub>
                        </m:sSub>
                      </m:den>
                    </m:f>
                  </m:oMath>
                </a14:m>
                <a:endParaRPr lang="en-US" dirty="0"/>
              </a:p>
              <a:p>
                <a:pPr marL="457200" lvl="1" indent="0">
                  <a:buNone/>
                </a:pPr>
                <a:r>
                  <a:rPr lang="en-US" sz="2000" dirty="0"/>
                  <a:t> </a:t>
                </a:r>
              </a:p>
              <a:p>
                <a:pPr marL="457200" lvl="1" indent="0">
                  <a:buNone/>
                </a:pPr>
                <a:r>
                  <a:rPr lang="en-US" sz="2000" dirty="0"/>
                  <a:t>All other partial derivatives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𝐶</m:t>
                        </m:r>
                      </m:num>
                      <m:den>
                        <m:r>
                          <a:rPr lang="en-US" sz="2000" i="1">
                            <a:latin typeface="Cambria Math" panose="02040503050406030204" pitchFamily="18" charset="0"/>
                            <a:ea typeface="Cambria Math" panose="02040503050406030204" pitchFamily="18" charset="0"/>
                          </a:rPr>
                          <m: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𝑝</m:t>
                            </m:r>
                          </m:e>
                          <m:sub>
                            <m:r>
                              <a:rPr lang="en-US" sz="2000" b="0" i="1" smtClean="0">
                                <a:latin typeface="Cambria Math" panose="02040503050406030204" pitchFamily="18" charset="0"/>
                                <a:ea typeface="Cambria Math" panose="02040503050406030204" pitchFamily="18" charset="0"/>
                              </a:rPr>
                              <m:t>𝑖</m:t>
                            </m:r>
                          </m:sub>
                        </m:sSub>
                      </m:den>
                    </m:f>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𝑎</m:t>
                    </m:r>
                    <m:r>
                      <a:rPr lang="en-US" sz="2000" b="0" i="1" smtClean="0">
                        <a:latin typeface="Cambria Math" panose="02040503050406030204" pitchFamily="18" charset="0"/>
                        <a:ea typeface="Cambria Math" panose="02040503050406030204" pitchFamily="18" charset="0"/>
                      </a:rPr>
                      <m:t>)</m:t>
                    </m:r>
                  </m:oMath>
                </a14:m>
                <a:r>
                  <a:rPr lang="en-US" sz="2000" dirty="0"/>
                  <a:t> are zero.</a:t>
                </a:r>
              </a:p>
              <a:p>
                <a14:m>
                  <m:oMath xmlns:m="http://schemas.openxmlformats.org/officeDocument/2006/math">
                    <m:r>
                      <m:rPr>
                        <m:nor/>
                      </m:rPr>
                      <a:rPr lang="en-US">
                        <a:latin typeface="Cambria Math" panose="02040503050406030204" pitchFamily="18" charset="0"/>
                      </a:rPr>
                      <m:t>Need</m:t>
                    </m:r>
                    <m:r>
                      <m:rPr>
                        <m:nor/>
                      </m:rPr>
                      <a:rPr lang="en-US">
                        <a:latin typeface="Cambria Math" panose="02040503050406030204" pitchFamily="18" charset="0"/>
                      </a:rPr>
                      <m:t> </m:t>
                    </m:r>
                    <m:r>
                      <m:rPr>
                        <m:nor/>
                      </m:rPr>
                      <a:rPr lang="en-US">
                        <a:latin typeface="Cambria Math" panose="02040503050406030204" pitchFamily="18" charset="0"/>
                      </a:rPr>
                      <m:t>to</m:t>
                    </m:r>
                    <m:r>
                      <m:rPr>
                        <m:nor/>
                      </m:rPr>
                      <a:rPr lang="en-US">
                        <a:latin typeface="Cambria Math" panose="02040503050406030204" pitchFamily="18" charset="0"/>
                      </a:rPr>
                      <m:t> </m:t>
                    </m:r>
                    <m:r>
                      <m:rPr>
                        <m:nor/>
                      </m:rPr>
                      <a:rPr lang="en-US">
                        <a:latin typeface="Cambria Math" panose="02040503050406030204" pitchFamily="18" charset="0"/>
                      </a:rPr>
                      <m:t>calculate</m:t>
                    </m:r>
                    <m:r>
                      <a:rPr lang="en-US" b="0" i="1" smtClean="0">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𝐿</m:t>
                            </m:r>
                          </m:e>
                        </m:d>
                      </m:sup>
                    </m:sSup>
                    <m:r>
                      <a:rPr lang="en-US" i="1">
                        <a:latin typeface="Cambria Math" panose="02040503050406030204" pitchFamily="18" charset="0"/>
                        <a:ea typeface="Cambria Math" panose="02040503050406030204" pitchFamily="18" charset="0"/>
                      </a:rPr>
                      <m:t>)′</m:t>
                    </m:r>
                  </m:oMath>
                </a14:m>
                <a:endParaRPr lang="en-US" dirty="0"/>
              </a:p>
              <a:p>
                <a:pPr marL="0" indent="0">
                  <a:buNone/>
                </a:pPr>
                <a:r>
                  <a:rPr lang="en-US" sz="2000" dirty="0"/>
                  <a:t>Only one partial derivative is non-zero: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𝑎</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𝐿</m:t>
                                </m:r>
                              </m:e>
                            </m:d>
                          </m:sup>
                        </m:sSub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rPr>
                            </m:ctrlPr>
                          </m:sSupPr>
                          <m:e>
                            <m:r>
                              <a:rPr lang="en-US" b="1">
                                <a:latin typeface="Cambria Math" panose="02040503050406030204" pitchFamily="18" charset="0"/>
                              </a:rPr>
                              <m:t>𝐳</m:t>
                            </m:r>
                          </m:e>
                          <m:sup>
                            <m:r>
                              <a:rPr lang="en-US" i="1">
                                <a:latin typeface="Cambria Math" panose="02040503050406030204" pitchFamily="18" charset="0"/>
                              </a:rPr>
                              <m:t>(</m:t>
                            </m:r>
                            <m:r>
                              <a:rPr lang="en-US" b="0" i="1" smtClean="0">
                                <a:latin typeface="Cambria Math" panose="02040503050406030204" pitchFamily="18" charset="0"/>
                              </a:rPr>
                              <m:t>𝐿</m:t>
                            </m:r>
                            <m:r>
                              <a:rPr lang="en-US" i="1">
                                <a:latin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num>
                      <m:den>
                        <m:r>
                          <a:rPr lang="en-US" i="1">
                            <a:latin typeface="Cambria Math" panose="02040503050406030204" pitchFamily="18" charset="0"/>
                            <a:ea typeface="Cambria Math" panose="02040503050406030204" pitchFamily="18" charset="0"/>
                          </a:rPr>
                          <m:t>𝜕</m:t>
                        </m:r>
                        <m:sSubSup>
                          <m:sSubSupPr>
                            <m:ctrlPr>
                              <a:rPr lang="en-US"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𝑧</m:t>
                            </m:r>
                          </m:e>
                          <m:sub>
                            <m:r>
                              <a:rPr lang="en-US" b="0" i="1" smtClean="0">
                                <a:latin typeface="Cambria Math" panose="02040503050406030204" pitchFamily="18" charset="0"/>
                                <a:ea typeface="Cambria Math" panose="02040503050406030204" pitchFamily="18" charset="0"/>
                              </a:rPr>
                              <m:t>𝑗</m:t>
                            </m:r>
                          </m:sub>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sup>
                        </m:sSubSup>
                      </m:den>
                    </m:f>
                    <m:r>
                      <a:rPr lang="en-US" i="1">
                        <a:latin typeface="Cambria Math" panose="02040503050406030204" pitchFamily="18" charset="0"/>
                        <a:ea typeface="Cambria Math" panose="02040503050406030204" pitchFamily="18" charset="0"/>
                      </a:rPr>
                      <m:t>=</m:t>
                    </m:r>
                    <m:d>
                      <m:dPr>
                        <m:begChr m:val="{"/>
                        <m:endChr m:val=""/>
                        <m:ctrlPr>
                          <a:rPr lang="en-US" i="1" smtClean="0">
                            <a:latin typeface="Cambria Math" panose="02040503050406030204" pitchFamily="18" charset="0"/>
                            <a:ea typeface="Cambria Math" panose="02040503050406030204" pitchFamily="18" charset="0"/>
                          </a:rPr>
                        </m:ctrlPr>
                      </m:dPr>
                      <m:e>
                        <m:m>
                          <m:mPr>
                            <m:mcs>
                              <m:mc>
                                <m:mcPr>
                                  <m:count m:val="2"/>
                                  <m:mcJc m:val="center"/>
                                </m:mcPr>
                              </m:mc>
                            </m:mcs>
                            <m:ctrlPr>
                              <a:rPr lang="en-US" i="1" smtClean="0">
                                <a:latin typeface="Cambria Math" panose="02040503050406030204" pitchFamily="18" charset="0"/>
                                <a:ea typeface="Cambria Math" panose="02040503050406030204" pitchFamily="18" charset="0"/>
                              </a:rPr>
                            </m:ctrlPr>
                          </m:mPr>
                          <m:mr>
                            <m:e>
                              <m:r>
                                <m:rPr>
                                  <m:brk m:alnAt="7"/>
                                </m:rP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𝑎</m:t>
                                  </m:r>
                                </m:sub>
                              </m:sSub>
                              <m:r>
                                <m:rPr>
                                  <m:brk m:alnAt="7"/>
                                </m:rP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𝑎</m:t>
                                  </m:r>
                                </m:sub>
                              </m:sSub>
                            </m:e>
                            <m:e>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mr>
                          <m:mr>
                            <m:e>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𝑝</m:t>
                                      </m:r>
                                    </m:e>
                                    <m:sub>
                                      <m:r>
                                        <a:rPr lang="en-US" b="0" i="1" smtClean="0">
                                          <a:latin typeface="Cambria Math" panose="02040503050406030204" pitchFamily="18" charset="0"/>
                                          <a:ea typeface="Cambria Math" panose="02040503050406030204" pitchFamily="18" charset="0"/>
                                        </a:rPr>
                                        <m:t>𝑗</m:t>
                                      </m:r>
                                    </m:sub>
                                  </m:sSub>
                                  <m:r>
                                    <a:rPr lang="en-US" i="1">
                                      <a:latin typeface="Cambria Math" panose="02040503050406030204" pitchFamily="18" charset="0"/>
                                      <a:ea typeface="Cambria Math" panose="02040503050406030204" pitchFamily="18" charset="0"/>
                                    </a:rPr>
                                    <m:t>𝑝</m:t>
                                  </m:r>
                                </m:e>
                                <m:sub>
                                  <m:r>
                                    <a:rPr lang="en-US" i="1">
                                      <a:latin typeface="Cambria Math" panose="02040503050406030204" pitchFamily="18" charset="0"/>
                                      <a:ea typeface="Cambria Math" panose="02040503050406030204" pitchFamily="18" charset="0"/>
                                    </a:rPr>
                                    <m:t>𝑎</m:t>
                                  </m:r>
                                </m:sub>
                              </m:sSub>
                            </m:e>
                            <m:e>
                              <m:r>
                                <a:rPr lang="en-US" b="0" i="1" smtClean="0">
                                  <a:latin typeface="Cambria Math" panose="02040503050406030204" pitchFamily="18" charset="0"/>
                                  <a:ea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mr>
                        </m:m>
                      </m:e>
                    </m:d>
                  </m:oMath>
                </a14:m>
                <a:endParaRPr lang="en-US" dirty="0"/>
              </a:p>
              <a:p>
                <a:pPr marL="0" lvl="1" indent="0">
                  <a:buClr>
                    <a:schemeClr val="folHlink"/>
                  </a:buClr>
                  <a:buSzPct val="60000"/>
                  <a:buNone/>
                </a:pPr>
                <a:r>
                  <a:rPr lang="en-US" sz="2000" dirty="0"/>
                  <a:t>All other partial derivatives </a:t>
                </a:r>
                <a14:m>
                  <m:oMath xmlns:m="http://schemas.openxmlformats.org/officeDocument/2006/math">
                    <m:f>
                      <m:fPr>
                        <m:ctrlPr>
                          <a:rPr lang="en-US" sz="2000" i="1">
                            <a:latin typeface="Cambria Math" panose="02040503050406030204" pitchFamily="18" charset="0"/>
                            <a:ea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ea typeface="Cambria Math" panose="02040503050406030204" pitchFamily="18" charset="0"/>
                              </a:rPr>
                              <m:t>𝑖</m:t>
                            </m:r>
                          </m:sub>
                          <m:sup>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𝐿</m:t>
                                </m:r>
                              </m:e>
                            </m:d>
                          </m:sup>
                        </m:sSubSup>
                        <m:r>
                          <a:rPr lang="en-US" sz="2000" i="1">
                            <a:latin typeface="Cambria Math" panose="02040503050406030204" pitchFamily="18" charset="0"/>
                            <a:ea typeface="Cambria Math" panose="02040503050406030204" pitchFamily="18" charset="0"/>
                          </a:rPr>
                          <m:t>(</m:t>
                        </m:r>
                        <m:sSup>
                          <m:sSupPr>
                            <m:ctrlPr>
                              <a:rPr lang="en-US" sz="2000" i="1">
                                <a:latin typeface="Cambria Math" panose="02040503050406030204" pitchFamily="18" charset="0"/>
                              </a:rPr>
                            </m:ctrlPr>
                          </m:sSupPr>
                          <m:e>
                            <m:r>
                              <a:rPr lang="en-US" sz="2000" b="1">
                                <a:latin typeface="Cambria Math" panose="02040503050406030204" pitchFamily="18" charset="0"/>
                              </a:rPr>
                              <m:t>𝐳</m:t>
                            </m:r>
                          </m:e>
                          <m:sup>
                            <m:r>
                              <a:rPr lang="en-US" sz="2000" i="1">
                                <a:latin typeface="Cambria Math" panose="02040503050406030204" pitchFamily="18" charset="0"/>
                              </a:rPr>
                              <m:t>(</m:t>
                            </m:r>
                            <m:r>
                              <a:rPr lang="en-US" sz="2000" i="1">
                                <a:latin typeface="Cambria Math" panose="02040503050406030204" pitchFamily="18" charset="0"/>
                              </a:rPr>
                              <m:t>𝐿</m:t>
                            </m:r>
                            <m:r>
                              <a:rPr lang="en-US" sz="2000" i="1">
                                <a:latin typeface="Cambria Math" panose="02040503050406030204" pitchFamily="18" charset="0"/>
                              </a:rPr>
                              <m:t>)</m:t>
                            </m:r>
                          </m:sup>
                        </m:sSup>
                        <m:r>
                          <a:rPr lang="en-US" sz="2000" i="1">
                            <a:latin typeface="Cambria Math" panose="02040503050406030204" pitchFamily="18" charset="0"/>
                            <a:ea typeface="Cambria Math" panose="02040503050406030204" pitchFamily="18" charset="0"/>
                          </a:rPr>
                          <m:t>)</m:t>
                        </m:r>
                      </m:num>
                      <m:den>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𝑧</m:t>
                            </m:r>
                          </m:e>
                          <m:sub>
                            <m:r>
                              <a:rPr lang="en-US" sz="2000" i="1">
                                <a:latin typeface="Cambria Math" panose="02040503050406030204" pitchFamily="18" charset="0"/>
                                <a:ea typeface="Cambria Math" panose="02040503050406030204" pitchFamily="18" charset="0"/>
                              </a:rPr>
                              <m:t>𝑗</m:t>
                            </m:r>
                          </m:sub>
                          <m:sup>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sup>
                        </m:sSubSup>
                      </m:den>
                    </m:f>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𝑎</m:t>
                    </m:r>
                    <m:r>
                      <a:rPr lang="en-US" sz="2000" i="1">
                        <a:latin typeface="Cambria Math" panose="02040503050406030204" pitchFamily="18" charset="0"/>
                        <a:ea typeface="Cambria Math" panose="02040503050406030204" pitchFamily="18" charset="0"/>
                      </a:rPr>
                      <m:t>)</m:t>
                    </m:r>
                  </m:oMath>
                </a14:m>
                <a:r>
                  <a:rPr lang="en-US" sz="2000" dirty="0"/>
                  <a:t> are zero.</a:t>
                </a:r>
              </a:p>
            </p:txBody>
          </p:sp>
        </mc:Choice>
        <mc:Fallback xmlns="">
          <p:sp>
            <p:nvSpPr>
              <p:cNvPr id="40963" name="Rectangle 3"/>
              <p:cNvSpPr>
                <a:spLocks noGrp="1" noRot="1" noChangeAspect="1" noMove="1" noResize="1" noEditPoints="1" noAdjustHandles="1" noChangeArrowheads="1" noChangeShapeType="1" noTextEdit="1"/>
              </p:cNvSpPr>
              <p:nvPr>
                <p:ph type="body" idx="4294967295"/>
              </p:nvPr>
            </p:nvSpPr>
            <p:spPr>
              <a:xfrm>
                <a:off x="152400" y="1752600"/>
                <a:ext cx="8763000" cy="5105400"/>
              </a:xfrm>
              <a:blipFill>
                <a:blip r:embed="rId3"/>
                <a:stretch>
                  <a:fillRect l="-695"/>
                </a:stretch>
              </a:blipFill>
            </p:spPr>
            <p:txBody>
              <a:bodyPr/>
              <a:lstStyle/>
              <a:p>
                <a:r>
                  <a:rPr lang="en-US">
                    <a:noFill/>
                  </a:rPr>
                  <a:t> </a:t>
                </a:r>
              </a:p>
            </p:txBody>
          </p:sp>
        </mc:Fallback>
      </mc:AlternateContent>
    </p:spTree>
    <p:extLst>
      <p:ext uri="{BB962C8B-B14F-4D97-AF65-F5344CB8AC3E}">
        <p14:creationId xmlns:p14="http://schemas.microsoft.com/office/powerpoint/2010/main" val="1012531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Example 1 (cont’d)</a:t>
            </a:r>
          </a:p>
        </p:txBody>
      </p:sp>
      <mc:AlternateContent xmlns:mc="http://schemas.openxmlformats.org/markup-compatibility/2006" xmlns:a14="http://schemas.microsoft.com/office/drawing/2010/main">
        <mc:Choice Requires="a14">
          <p:sp>
            <p:nvSpPr>
              <p:cNvPr id="40963" name="Rectangle 3"/>
              <p:cNvSpPr>
                <a:spLocks noGrp="1" noChangeArrowheads="1"/>
              </p:cNvSpPr>
              <p:nvPr>
                <p:ph type="body" idx="4294967295"/>
              </p:nvPr>
            </p:nvSpPr>
            <p:spPr>
              <a:xfrm>
                <a:off x="533400" y="1752600"/>
                <a:ext cx="8077200" cy="4495800"/>
              </a:xfrm>
            </p:spPr>
            <p:txBody>
              <a:bodyPr/>
              <a:lstStyle/>
              <a:p>
                <a:r>
                  <a:rPr lang="en-US" dirty="0"/>
                  <a:t>Activation function at Layer </a:t>
                </a:r>
                <a14:m>
                  <m:oMath xmlns:m="http://schemas.openxmlformats.org/officeDocument/2006/math">
                    <m:r>
                      <a:rPr lang="en-US" b="0" i="1" smtClean="0">
                        <a:latin typeface="Cambria Math" panose="02040503050406030204" pitchFamily="18" charset="0"/>
                      </a:rPr>
                      <m:t>𝑙</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oMath>
                </a14:m>
                <a:r>
                  <a:rPr lang="en-US" dirty="0"/>
                  <a:t> using logistic function </a:t>
                </a:r>
              </a:p>
              <a:p>
                <a:endParaRPr lang="en-US" dirty="0"/>
              </a:p>
              <a:p>
                <a:endParaRPr lang="en-US" dirty="0"/>
              </a:p>
              <a:p>
                <a14:m>
                  <m:oMath xmlns:m="http://schemas.openxmlformats.org/officeDocument/2006/math">
                    <m:r>
                      <m:rPr>
                        <m:nor/>
                      </m:rPr>
                      <a:rPr lang="en-US">
                        <a:latin typeface="Cambria Math" panose="02040503050406030204" pitchFamily="18" charset="0"/>
                      </a:rPr>
                      <m:t>Need</m:t>
                    </m:r>
                    <m:r>
                      <m:rPr>
                        <m:nor/>
                      </m:rPr>
                      <a:rPr lang="en-US">
                        <a:latin typeface="Cambria Math" panose="02040503050406030204" pitchFamily="18" charset="0"/>
                      </a:rPr>
                      <m:t> </m:t>
                    </m:r>
                    <m:r>
                      <m:rPr>
                        <m:nor/>
                      </m:rPr>
                      <a:rPr lang="en-US">
                        <a:latin typeface="Cambria Math" panose="02040503050406030204" pitchFamily="18" charset="0"/>
                      </a:rPr>
                      <m:t>to</m:t>
                    </m:r>
                    <m:r>
                      <m:rPr>
                        <m:nor/>
                      </m:rPr>
                      <a:rPr lang="en-US">
                        <a:latin typeface="Cambria Math" panose="02040503050406030204" pitchFamily="18" charset="0"/>
                      </a:rPr>
                      <m:t> </m:t>
                    </m:r>
                    <m:r>
                      <m:rPr>
                        <m:nor/>
                      </m:rPr>
                      <a:rPr lang="en-US">
                        <a:latin typeface="Cambria Math" panose="02040503050406030204" pitchFamily="18" charset="0"/>
                      </a:rPr>
                      <m:t>calculate</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𝜎</m:t>
                        </m:r>
                      </m:e>
                      <m:sup>
                        <m:d>
                          <m:dPr>
                            <m:ctrlPr>
                              <a:rPr lang="en-US"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𝑙</m:t>
                            </m:r>
                          </m:e>
                        </m:d>
                      </m:sup>
                    </m:sSup>
                    <m:r>
                      <a:rPr lang="en-US" i="1">
                        <a:latin typeface="Cambria Math" panose="02040503050406030204" pitchFamily="18" charset="0"/>
                        <a:ea typeface="Cambria Math" panose="02040503050406030204" pitchFamily="18" charset="0"/>
                      </a:rPr>
                      <m:t>)′</m:t>
                    </m:r>
                  </m:oMath>
                </a14:m>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𝑑</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b="0" i="1" smtClean="0">
                                  <a:latin typeface="Cambria Math" panose="02040503050406030204" pitchFamily="18" charset="0"/>
                                  <a:ea typeface="Cambria Math" panose="02040503050406030204" pitchFamily="18" charset="0"/>
                                </a:rPr>
                                <m:t>𝑗</m:t>
                              </m:r>
                            </m:sub>
                            <m:sup>
                              <m:d>
                                <m:dPr>
                                  <m:ctrlPr>
                                    <a:rPr lang="en-US" i="1">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𝑙</m:t>
                                  </m:r>
                                </m:e>
                              </m:d>
                            </m:sup>
                          </m:sSubSup>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𝑗</m:t>
                              </m:r>
                            </m:sub>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m:t>
                              </m:r>
                              <m:r>
                                <a:rPr lang="en-US" i="1">
                                  <a:latin typeface="Cambria Math" panose="02040503050406030204" pitchFamily="18" charset="0"/>
                                  <a:ea typeface="Cambria Math" panose="02040503050406030204" pitchFamily="18" charset="0"/>
                                </a:rPr>
                                <m:t>)</m:t>
                              </m:r>
                            </m:sup>
                          </m:sSubSup>
                          <m:r>
                            <a:rPr lang="en-US" i="1">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𝑑</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𝑗</m:t>
                              </m:r>
                            </m:sub>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𝑙</m:t>
                              </m:r>
                              <m:r>
                                <a:rPr lang="en-US" i="1">
                                  <a:latin typeface="Cambria Math" panose="02040503050406030204" pitchFamily="18" charset="0"/>
                                  <a:ea typeface="Cambria Math" panose="02040503050406030204" pitchFamily="18" charset="0"/>
                                </a:rPr>
                                <m:t>)</m:t>
                              </m:r>
                            </m:sup>
                          </m:sSubSup>
                        </m:den>
                      </m:f>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𝑗</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m:t>
                              </m:r>
                            </m:e>
                          </m:d>
                        </m:sup>
                      </m:sSubSup>
                      <m:d>
                        <m:dPr>
                          <m:ctrlPr>
                            <a:rPr lang="en-US" i="1">
                              <a:latin typeface="Cambria Math" panose="02040503050406030204" pitchFamily="18" charset="0"/>
                              <a:ea typeface="Cambria Math" panose="02040503050406030204" pitchFamily="18" charset="0"/>
                            </a:rPr>
                          </m:ctrlPr>
                        </m:dPr>
                        <m:e>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𝑗</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m:t>
                                  </m:r>
                                </m:e>
                              </m:d>
                            </m:sup>
                          </m:sSubSup>
                        </m:e>
                      </m:d>
                      <m:r>
                        <m:rPr>
                          <m:nor/>
                        </m:rPr>
                        <a:rPr lang="en-US" b="0" i="0" smtClean="0">
                          <a:latin typeface="Cambria Math" panose="02040503050406030204" pitchFamily="18" charset="0"/>
                          <a:ea typeface="Cambria Math" panose="02040503050406030204" pitchFamily="18" charset="0"/>
                        </a:rPr>
                        <m:t>(1</m:t>
                      </m:r>
                      <m:r>
                        <a:rPr lang="en-US" b="0" i="1" dirty="0" smtClean="0">
                          <a:latin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𝜎</m:t>
                          </m:r>
                        </m:e>
                        <m:sub>
                          <m:r>
                            <a:rPr lang="en-US" i="1">
                              <a:latin typeface="Cambria Math" panose="02040503050406030204" pitchFamily="18" charset="0"/>
                              <a:ea typeface="Cambria Math" panose="02040503050406030204" pitchFamily="18" charset="0"/>
                            </a:rPr>
                            <m:t>𝑗</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m:t>
                              </m:r>
                            </m:e>
                          </m:d>
                        </m:sup>
                      </m:sSubSup>
                      <m:r>
                        <a:rPr lang="en-US" i="1">
                          <a:latin typeface="Cambria Math" panose="02040503050406030204" pitchFamily="18" charset="0"/>
                          <a:ea typeface="Cambria Math" panose="02040503050406030204" pitchFamily="18" charset="0"/>
                        </a:rPr>
                        <m:t>(</m:t>
                      </m:r>
                      <m:sSubSup>
                        <m:sSubSupPr>
                          <m:ctrlPr>
                            <a:rPr lang="en-US" i="1">
                              <a:latin typeface="Cambria Math" panose="02040503050406030204" pitchFamily="18" charset="0"/>
                              <a:ea typeface="Cambria Math" panose="02040503050406030204" pitchFamily="18" charset="0"/>
                            </a:rPr>
                          </m:ctrlPr>
                        </m:sSubSupPr>
                        <m:e>
                          <m:r>
                            <a:rPr lang="en-US" i="1">
                              <a:latin typeface="Cambria Math" panose="02040503050406030204" pitchFamily="18" charset="0"/>
                              <a:ea typeface="Cambria Math" panose="02040503050406030204" pitchFamily="18" charset="0"/>
                            </a:rPr>
                            <m:t>𝑧</m:t>
                          </m:r>
                        </m:e>
                        <m:sub>
                          <m:r>
                            <a:rPr lang="en-US" i="1">
                              <a:latin typeface="Cambria Math" panose="02040503050406030204" pitchFamily="18" charset="0"/>
                              <a:ea typeface="Cambria Math" panose="02040503050406030204" pitchFamily="18" charset="0"/>
                            </a:rPr>
                            <m:t>𝑗</m:t>
                          </m:r>
                        </m:sub>
                        <m:sup>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𝑙</m:t>
                              </m:r>
                            </m:e>
                          </m:d>
                        </m:sup>
                      </m:sSub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40963" name="Rectangle 3"/>
              <p:cNvSpPr>
                <a:spLocks noGrp="1" noRot="1" noChangeAspect="1" noMove="1" noResize="1" noEditPoints="1" noAdjustHandles="1" noChangeArrowheads="1" noChangeShapeType="1" noTextEdit="1"/>
              </p:cNvSpPr>
              <p:nvPr>
                <p:ph type="body" idx="4294967295"/>
              </p:nvPr>
            </p:nvSpPr>
            <p:spPr>
              <a:xfrm>
                <a:off x="533400" y="1752600"/>
                <a:ext cx="8077200" cy="4495800"/>
              </a:xfrm>
              <a:blipFill>
                <a:blip r:embed="rId3"/>
                <a:stretch>
                  <a:fillRect l="-151" t="-950" r="-3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p:cNvSpPr/>
              <p:nvPr/>
            </p:nvSpPr>
            <p:spPr>
              <a:xfrm>
                <a:off x="2514600" y="2133600"/>
                <a:ext cx="2282420" cy="7923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𝜎</m:t>
                      </m:r>
                      <m:d>
                        <m:dPr>
                          <m:ctrlPr>
                            <a:rPr lang="en-US" i="1">
                              <a:latin typeface="Cambria Math" panose="02040503050406030204" pitchFamily="18" charset="0"/>
                              <a:ea typeface="Cambria Math" panose="02040503050406030204" pitchFamily="18" charset="0"/>
                            </a:rPr>
                          </m:ctrlPr>
                        </m:dPr>
                        <m:e>
                          <m:r>
                            <a:rPr lang="en-US" b="0" i="1">
                              <a:latin typeface="Cambria Math" panose="02040503050406030204" pitchFamily="18" charset="0"/>
                              <a:ea typeface="Cambria Math" panose="02040503050406030204" pitchFamily="18" charset="0"/>
                            </a:rPr>
                            <m:t>𝑧</m:t>
                          </m:r>
                        </m:e>
                      </m:d>
                      <m:r>
                        <a:rPr lang="en-US" i="1">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𝑧</m:t>
                              </m:r>
                            </m:sup>
                          </m:sSup>
                        </m:den>
                      </m:f>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2514600" y="2133600"/>
                <a:ext cx="2282420" cy="792396"/>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80838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Challenges with MLP</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Get stuck in poor local minima or plateaus due to random initialization.</a:t>
            </a:r>
          </a:p>
          <a:p>
            <a:pPr>
              <a:lnSpc>
                <a:spcPct val="90000"/>
              </a:lnSpc>
            </a:pPr>
            <a:r>
              <a:rPr lang="en-US" altLang="zh-CN" dirty="0">
                <a:ea typeface="宋体" charset="-122"/>
              </a:rPr>
              <a:t>Vanishing gradient: gradients become smaller at lower layers </a:t>
            </a:r>
          </a:p>
          <a:p>
            <a:pPr>
              <a:lnSpc>
                <a:spcPct val="90000"/>
              </a:lnSpc>
            </a:pPr>
            <a:r>
              <a:rPr lang="en-US" altLang="zh-CN" dirty="0">
                <a:ea typeface="宋体" charset="-122"/>
              </a:rPr>
              <a:t>Excellent training but poor in testing: overfitting</a:t>
            </a:r>
          </a:p>
        </p:txBody>
      </p:sp>
      <p:pic>
        <p:nvPicPr>
          <p:cNvPr id="4" name="Picture 1"/>
          <p:cNvPicPr>
            <a:picLocks noChangeAspect="1" noChangeArrowheads="1"/>
          </p:cNvPicPr>
          <p:nvPr/>
        </p:nvPicPr>
        <p:blipFill>
          <a:blip r:embed="rId3" cstate="print"/>
          <a:srcRect/>
          <a:stretch>
            <a:fillRect/>
          </a:stretch>
        </p:blipFill>
        <p:spPr bwMode="auto">
          <a:xfrm>
            <a:off x="152400" y="3760981"/>
            <a:ext cx="4439356" cy="3079879"/>
          </a:xfrm>
          <a:prstGeom prst="rect">
            <a:avLst/>
          </a:prstGeom>
          <a:noFill/>
          <a:ln w="9525">
            <a:noFill/>
            <a:miter lim="800000"/>
            <a:headEnd/>
            <a:tailEnd/>
          </a:ln>
        </p:spPr>
      </p:pic>
      <p:pic>
        <p:nvPicPr>
          <p:cNvPr id="5" name="Picture 2" descr="http://www.dtreg.com/SvmOverfitting.jpg"/>
          <p:cNvPicPr>
            <a:picLocks noChangeAspect="1" noChangeArrowheads="1"/>
          </p:cNvPicPr>
          <p:nvPr/>
        </p:nvPicPr>
        <p:blipFill>
          <a:blip r:embed="rId4" cstate="print"/>
          <a:srcRect/>
          <a:stretch>
            <a:fillRect/>
          </a:stretch>
        </p:blipFill>
        <p:spPr bwMode="auto">
          <a:xfrm>
            <a:off x="4724399" y="3733800"/>
            <a:ext cx="4432011" cy="2819400"/>
          </a:xfrm>
          <a:prstGeom prst="rect">
            <a:avLst/>
          </a:prstGeom>
          <a:noFill/>
        </p:spPr>
      </p:pic>
    </p:spTree>
    <p:extLst>
      <p:ext uri="{BB962C8B-B14F-4D97-AF65-F5344CB8AC3E}">
        <p14:creationId xmlns:p14="http://schemas.microsoft.com/office/powerpoint/2010/main" val="41756858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Why Vanishing Gradient?</a:t>
            </a:r>
          </a:p>
        </p:txBody>
      </p:sp>
      <p:sp>
        <p:nvSpPr>
          <p:cNvPr id="40963" name="Rectangle 3"/>
          <p:cNvSpPr>
            <a:spLocks noGrp="1" noChangeArrowheads="1"/>
          </p:cNvSpPr>
          <p:nvPr>
            <p:ph type="body" idx="4294967295"/>
          </p:nvPr>
        </p:nvSpPr>
        <p:spPr>
          <a:xfrm>
            <a:off x="533400" y="1752600"/>
            <a:ext cx="8077200" cy="4495800"/>
          </a:xfrm>
        </p:spPr>
        <p:txBody>
          <a:bodyPr/>
          <a:lstStyle/>
          <a:p>
            <a:r>
              <a:rPr lang="en-US" dirty="0"/>
              <a:t>Both sigmoid and its derivative &lt; 1</a:t>
            </a:r>
          </a:p>
          <a:p>
            <a:pPr>
              <a:lnSpc>
                <a:spcPct val="90000"/>
              </a:lnSpc>
            </a:pPr>
            <a:endParaRPr lang="en-US" altLang="zh-CN" dirty="0">
              <a:ea typeface="宋体" charset="-122"/>
            </a:endParaRPr>
          </a:p>
          <a:p>
            <a:pPr>
              <a:lnSpc>
                <a:spcPct val="90000"/>
              </a:lnSpc>
            </a:pPr>
            <a:endParaRPr lang="en-US" altLang="zh-CN" dirty="0">
              <a:ea typeface="宋体" charset="-122"/>
            </a:endParaRPr>
          </a:p>
          <a:p>
            <a:pPr>
              <a:lnSpc>
                <a:spcPct val="90000"/>
              </a:lnSpc>
            </a:pPr>
            <a:endParaRPr lang="en-US" altLang="zh-CN" dirty="0">
              <a:ea typeface="宋体" charset="-122"/>
            </a:endParaRPr>
          </a:p>
          <a:p>
            <a:r>
              <a:rPr lang="en-US" dirty="0"/>
              <a:t>Gradient calculated to train each layer:</a:t>
            </a:r>
          </a:p>
          <a:p>
            <a:endParaRPr lang="en-US" dirty="0"/>
          </a:p>
          <a:p>
            <a:endParaRPr lang="en-US" dirty="0"/>
          </a:p>
          <a:p>
            <a:endParaRPr lang="en-US" dirty="0"/>
          </a:p>
          <a:p>
            <a:endParaRPr lang="en-US" dirty="0"/>
          </a:p>
          <a:p>
            <a:r>
              <a:rPr lang="en-US" dirty="0"/>
              <a:t>Lower layers remain under-trained.</a:t>
            </a:r>
          </a:p>
        </p:txBody>
      </p:sp>
      <p:pic>
        <p:nvPicPr>
          <p:cNvPr id="4" name="Picture 2"/>
          <p:cNvPicPr>
            <a:picLocks noChangeAspect="1" noChangeArrowheads="1"/>
          </p:cNvPicPr>
          <p:nvPr/>
        </p:nvPicPr>
        <p:blipFill>
          <a:blip r:embed="rId3" cstate="print"/>
          <a:srcRect/>
          <a:stretch>
            <a:fillRect/>
          </a:stretch>
        </p:blipFill>
        <p:spPr bwMode="auto">
          <a:xfrm>
            <a:off x="838200" y="2209800"/>
            <a:ext cx="4943475" cy="1085850"/>
          </a:xfrm>
          <a:prstGeom prst="rect">
            <a:avLst/>
          </a:prstGeom>
          <a:noFill/>
          <a:ln w="9525">
            <a:noFill/>
            <a:miter lim="800000"/>
            <a:headEnd/>
            <a:tailEnd/>
          </a:ln>
        </p:spPr>
      </p:pic>
      <p:pic>
        <p:nvPicPr>
          <p:cNvPr id="5" name="Picture 4"/>
          <p:cNvPicPr>
            <a:picLocks noChangeAspect="1" noChangeArrowheads="1"/>
          </p:cNvPicPr>
          <p:nvPr/>
        </p:nvPicPr>
        <p:blipFill>
          <a:blip r:embed="rId4" cstate="print"/>
          <a:srcRect/>
          <a:stretch>
            <a:fillRect/>
          </a:stretch>
        </p:blipFill>
        <p:spPr bwMode="auto">
          <a:xfrm>
            <a:off x="6324600" y="1371600"/>
            <a:ext cx="2590800" cy="2029790"/>
          </a:xfrm>
          <a:prstGeom prst="rect">
            <a:avLst/>
          </a:prstGeom>
          <a:noFill/>
          <a:ln w="9525">
            <a:noFill/>
            <a:miter lim="800000"/>
            <a:headEnd/>
            <a:tailEnd/>
          </a:ln>
        </p:spPr>
      </p:pic>
      <p:pic>
        <p:nvPicPr>
          <p:cNvPr id="6" name="Picture 5"/>
          <p:cNvPicPr>
            <a:picLocks noChangeAspect="1" noChangeArrowheads="1"/>
          </p:cNvPicPr>
          <p:nvPr/>
        </p:nvPicPr>
        <p:blipFill>
          <a:blip r:embed="rId5" cstate="print"/>
          <a:srcRect/>
          <a:stretch>
            <a:fillRect/>
          </a:stretch>
        </p:blipFill>
        <p:spPr bwMode="auto">
          <a:xfrm>
            <a:off x="6324600" y="3505200"/>
            <a:ext cx="2590800" cy="1952625"/>
          </a:xfrm>
          <a:prstGeom prst="rect">
            <a:avLst/>
          </a:prstGeom>
          <a:noFill/>
          <a:ln w="9525">
            <a:noFill/>
            <a:miter lim="800000"/>
            <a:headEnd/>
            <a:tailEnd/>
          </a:ln>
        </p:spPr>
      </p:pic>
      <p:pic>
        <p:nvPicPr>
          <p:cNvPr id="7" name="Picture 3"/>
          <p:cNvPicPr>
            <a:picLocks noChangeAspect="1" noChangeArrowheads="1"/>
          </p:cNvPicPr>
          <p:nvPr/>
        </p:nvPicPr>
        <p:blipFill>
          <a:blip r:embed="rId6" cstate="print"/>
          <a:srcRect/>
          <a:stretch>
            <a:fillRect/>
          </a:stretch>
        </p:blipFill>
        <p:spPr bwMode="auto">
          <a:xfrm>
            <a:off x="670389" y="3907819"/>
            <a:ext cx="4819650" cy="1724025"/>
          </a:xfrm>
          <a:prstGeom prst="rect">
            <a:avLst/>
          </a:prstGeom>
          <a:noFill/>
          <a:ln w="9525">
            <a:noFill/>
            <a:miter lim="800000"/>
            <a:headEnd/>
            <a:tailEnd/>
          </a:ln>
        </p:spPr>
      </p:pic>
    </p:spTree>
    <p:extLst>
      <p:ext uri="{BB962C8B-B14F-4D97-AF65-F5344CB8AC3E}">
        <p14:creationId xmlns:p14="http://schemas.microsoft.com/office/powerpoint/2010/main" val="3442229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Deep Learning – Early Phase</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solidFill>
                  <a:srgbClr val="FF0000"/>
                </a:solidFill>
                <a:ea typeface="宋体" charset="-122"/>
              </a:rPr>
              <a:t>Unsupervised</a:t>
            </a:r>
            <a:r>
              <a:rPr lang="en-US" altLang="zh-CN" dirty="0">
                <a:ea typeface="宋体" charset="-122"/>
              </a:rPr>
              <a:t> pre-training followed by traditional supervised back-propagation</a:t>
            </a:r>
          </a:p>
          <a:p>
            <a:pPr>
              <a:lnSpc>
                <a:spcPct val="90000"/>
              </a:lnSpc>
            </a:pPr>
            <a:r>
              <a:rPr lang="en-US" altLang="zh-CN" dirty="0">
                <a:ea typeface="宋体" charset="-122"/>
              </a:rPr>
              <a:t>Let the data speak for itself</a:t>
            </a:r>
          </a:p>
          <a:p>
            <a:pPr>
              <a:lnSpc>
                <a:spcPct val="90000"/>
              </a:lnSpc>
            </a:pPr>
            <a:r>
              <a:rPr lang="en-US" altLang="zh-CN" dirty="0">
                <a:ea typeface="宋体" charset="-122"/>
              </a:rPr>
              <a:t>Try to derive the inherent features of input</a:t>
            </a:r>
          </a:p>
          <a:p>
            <a:pPr>
              <a:lnSpc>
                <a:spcPct val="90000"/>
              </a:lnSpc>
            </a:pPr>
            <a:r>
              <a:rPr lang="en-US" altLang="zh-CN" dirty="0">
                <a:ea typeface="宋体" charset="-122"/>
              </a:rPr>
              <a:t>Why it clicks?</a:t>
            </a:r>
          </a:p>
          <a:p>
            <a:pPr lvl="1">
              <a:lnSpc>
                <a:spcPct val="90000"/>
              </a:lnSpc>
            </a:pPr>
            <a:r>
              <a:rPr lang="en-US" altLang="zh-CN" dirty="0">
                <a:ea typeface="宋体" charset="-122"/>
              </a:rPr>
              <a:t>Pre-training helps create a data-dependent prior and hence better regularization</a:t>
            </a:r>
          </a:p>
          <a:p>
            <a:pPr lvl="1">
              <a:lnSpc>
                <a:spcPct val="90000"/>
              </a:lnSpc>
            </a:pPr>
            <a:r>
              <a:rPr lang="en-US" altLang="zh-CN" dirty="0">
                <a:ea typeface="宋体" charset="-122"/>
              </a:rPr>
              <a:t>Gives a set of W’s that is better to start with</a:t>
            </a:r>
          </a:p>
          <a:p>
            <a:pPr lvl="1">
              <a:lnSpc>
                <a:spcPct val="90000"/>
              </a:lnSpc>
            </a:pPr>
            <a:r>
              <a:rPr lang="en-US" altLang="zh-CN" dirty="0">
                <a:ea typeface="宋体" charset="-122"/>
              </a:rPr>
              <a:t>Lower layers are better optimized and hence vanishing gradients do not affect much</a:t>
            </a:r>
          </a:p>
          <a:p>
            <a:pPr>
              <a:lnSpc>
                <a:spcPct val="90000"/>
              </a:lnSpc>
            </a:pPr>
            <a:r>
              <a:rPr lang="en-US" altLang="zh-CN" dirty="0">
                <a:ea typeface="宋体" charset="-122"/>
              </a:rPr>
              <a:t>Restricted Boltzmann Machine (RBM) can achieve unsupervised pre-training. </a:t>
            </a:r>
          </a:p>
        </p:txBody>
      </p:sp>
    </p:spTree>
    <p:extLst>
      <p:ext uri="{BB962C8B-B14F-4D97-AF65-F5344CB8AC3E}">
        <p14:creationId xmlns:p14="http://schemas.microsoft.com/office/powerpoint/2010/main" val="1186773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3" cstate="print"/>
          <a:srcRect/>
          <a:stretch>
            <a:fillRect/>
          </a:stretch>
        </p:blipFill>
        <p:spPr bwMode="auto">
          <a:xfrm>
            <a:off x="6172200" y="1752600"/>
            <a:ext cx="2752725" cy="2711877"/>
          </a:xfrm>
          <a:prstGeom prst="rect">
            <a:avLst/>
          </a:prstGeom>
          <a:noFill/>
          <a:ln w="9525">
            <a:noFill/>
            <a:miter lim="800000"/>
            <a:headEnd/>
            <a:tailEnd/>
          </a:ln>
        </p:spPr>
      </p:pic>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Deep Belief Network (DBN)</a:t>
            </a:r>
          </a:p>
        </p:txBody>
      </p:sp>
      <p:sp>
        <p:nvSpPr>
          <p:cNvPr id="40963" name="Rectangle 3"/>
          <p:cNvSpPr>
            <a:spLocks noGrp="1" noChangeArrowheads="1"/>
          </p:cNvSpPr>
          <p:nvPr>
            <p:ph type="body" idx="4294967295"/>
          </p:nvPr>
        </p:nvSpPr>
        <p:spPr>
          <a:xfrm>
            <a:off x="533400" y="1752600"/>
            <a:ext cx="5867400" cy="4495800"/>
          </a:xfrm>
        </p:spPr>
        <p:txBody>
          <a:bodyPr/>
          <a:lstStyle/>
          <a:p>
            <a:r>
              <a:rPr lang="en-US" dirty="0"/>
              <a:t>Each layer is initialized as an RBM</a:t>
            </a:r>
          </a:p>
          <a:p>
            <a:r>
              <a:rPr lang="en-US" dirty="0"/>
              <a:t>Characterized by conditional distributions and joint distributions</a:t>
            </a:r>
          </a:p>
          <a:p>
            <a:r>
              <a:rPr lang="en-US" dirty="0"/>
              <a:t>Training is done layer-by-layer greedily from bottom up. </a:t>
            </a:r>
          </a:p>
          <a:p>
            <a:r>
              <a:rPr lang="en-US" dirty="0"/>
              <a:t>It is then fed to a conventional NN</a:t>
            </a:r>
          </a:p>
          <a:p>
            <a:pPr>
              <a:lnSpc>
                <a:spcPct val="90000"/>
              </a:lnSpc>
            </a:pPr>
            <a:endParaRPr lang="en-US" altLang="zh-CN" dirty="0">
              <a:ea typeface="宋体" charset="-122"/>
            </a:endParaRPr>
          </a:p>
        </p:txBody>
      </p:sp>
    </p:spTree>
    <p:extLst>
      <p:ext uri="{BB962C8B-B14F-4D97-AF65-F5344CB8AC3E}">
        <p14:creationId xmlns:p14="http://schemas.microsoft.com/office/powerpoint/2010/main" val="301051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Deep Auto-Encoder (AE)</a:t>
            </a:r>
          </a:p>
        </p:txBody>
      </p:sp>
      <p:sp>
        <p:nvSpPr>
          <p:cNvPr id="40963" name="Rectangle 3"/>
          <p:cNvSpPr>
            <a:spLocks noGrp="1" noChangeArrowheads="1"/>
          </p:cNvSpPr>
          <p:nvPr>
            <p:ph type="body" idx="4294967295"/>
          </p:nvPr>
        </p:nvSpPr>
        <p:spPr>
          <a:xfrm>
            <a:off x="533400" y="1752600"/>
            <a:ext cx="8077200" cy="4495800"/>
          </a:xfrm>
        </p:spPr>
        <p:txBody>
          <a:bodyPr/>
          <a:lstStyle/>
          <a:p>
            <a:r>
              <a:rPr lang="en-US" dirty="0"/>
              <a:t>Code itself and then again reconstruct the output. Can be stacked to form DBNs</a:t>
            </a:r>
          </a:p>
          <a:p>
            <a:r>
              <a:rPr lang="en-US" dirty="0"/>
              <a:t>Training procedure is similar layer-by-layer</a:t>
            </a:r>
          </a:p>
          <a:p>
            <a:r>
              <a:rPr lang="en-US" dirty="0"/>
              <a:t>Except, in final step, may be supervised or unsupervised (just like backpropagation)</a:t>
            </a:r>
          </a:p>
          <a:p>
            <a:pPr lvl="1"/>
            <a:r>
              <a:rPr lang="en-US" dirty="0" err="1"/>
              <a:t>Denoising</a:t>
            </a:r>
            <a:r>
              <a:rPr lang="en-US" dirty="0"/>
              <a:t> AE</a:t>
            </a:r>
          </a:p>
          <a:p>
            <a:pPr lvl="1"/>
            <a:r>
              <a:rPr lang="en-US" dirty="0"/>
              <a:t>Contractive AE</a:t>
            </a:r>
          </a:p>
          <a:p>
            <a:pPr lvl="1"/>
            <a:r>
              <a:rPr lang="en-US" dirty="0"/>
              <a:t>Regularized AE</a:t>
            </a:r>
          </a:p>
          <a:p>
            <a:pPr>
              <a:lnSpc>
                <a:spcPct val="90000"/>
              </a:lnSpc>
            </a:pPr>
            <a:endParaRPr lang="en-US" altLang="zh-CN" dirty="0">
              <a:ea typeface="宋体" charset="-122"/>
            </a:endParaRPr>
          </a:p>
        </p:txBody>
      </p:sp>
      <p:pic>
        <p:nvPicPr>
          <p:cNvPr id="4" name="Picture 2" descr="http://nghiaho.com/wp-content/uploads/2012/12/autoencoder_network1.png"/>
          <p:cNvPicPr>
            <a:picLocks noChangeAspect="1" noChangeArrowheads="1"/>
          </p:cNvPicPr>
          <p:nvPr/>
        </p:nvPicPr>
        <p:blipFill>
          <a:blip r:embed="rId3" cstate="print"/>
          <a:srcRect/>
          <a:stretch>
            <a:fillRect/>
          </a:stretch>
        </p:blipFill>
        <p:spPr bwMode="auto">
          <a:xfrm>
            <a:off x="4267200" y="3827752"/>
            <a:ext cx="4562475" cy="2687348"/>
          </a:xfrm>
          <a:prstGeom prst="rect">
            <a:avLst/>
          </a:prstGeom>
          <a:noFill/>
        </p:spPr>
      </p:pic>
    </p:spTree>
    <p:extLst>
      <p:ext uri="{BB962C8B-B14F-4D97-AF65-F5344CB8AC3E}">
        <p14:creationId xmlns:p14="http://schemas.microsoft.com/office/powerpoint/2010/main" val="3557720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Dimension Reduction via AE </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endParaRPr lang="en-US" altLang="zh-CN" dirty="0">
              <a:ea typeface="宋体" charset="-122"/>
            </a:endParaRPr>
          </a:p>
        </p:txBody>
      </p:sp>
      <p:pic>
        <p:nvPicPr>
          <p:cNvPr id="4" name="Picture 2"/>
          <p:cNvPicPr>
            <a:picLocks noChangeAspect="1" noChangeArrowheads="1"/>
          </p:cNvPicPr>
          <p:nvPr/>
        </p:nvPicPr>
        <p:blipFill>
          <a:blip r:embed="rId3" cstate="print"/>
          <a:srcRect/>
          <a:stretch>
            <a:fillRect/>
          </a:stretch>
        </p:blipFill>
        <p:spPr bwMode="auto">
          <a:xfrm>
            <a:off x="1447800" y="1447800"/>
            <a:ext cx="5826061" cy="5257800"/>
          </a:xfrm>
          <a:prstGeom prst="rect">
            <a:avLst/>
          </a:prstGeom>
          <a:noFill/>
          <a:ln w="9525">
            <a:noFill/>
            <a:miter lim="800000"/>
            <a:headEnd/>
            <a:tailEnd/>
          </a:ln>
        </p:spPr>
      </p:pic>
    </p:spTree>
    <p:extLst>
      <p:ext uri="{BB962C8B-B14F-4D97-AF65-F5344CB8AC3E}">
        <p14:creationId xmlns:p14="http://schemas.microsoft.com/office/powerpoint/2010/main" val="3781465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Performance of AE </a:t>
            </a:r>
          </a:p>
        </p:txBody>
      </p:sp>
      <p:pic>
        <p:nvPicPr>
          <p:cNvPr id="5" name="Picture 2"/>
          <p:cNvPicPr>
            <a:picLocks noChangeAspect="1" noChangeArrowheads="1"/>
          </p:cNvPicPr>
          <p:nvPr/>
        </p:nvPicPr>
        <p:blipFill>
          <a:blip r:embed="rId3" cstate="print"/>
          <a:srcRect/>
          <a:stretch>
            <a:fillRect/>
          </a:stretch>
        </p:blipFill>
        <p:spPr bwMode="auto">
          <a:xfrm>
            <a:off x="2590800" y="2367528"/>
            <a:ext cx="6072427" cy="2819400"/>
          </a:xfrm>
          <a:prstGeom prst="rect">
            <a:avLst/>
          </a:prstGeom>
          <a:noFill/>
          <a:ln w="9525">
            <a:noFill/>
            <a:miter lim="800000"/>
            <a:headEnd/>
            <a:tailEnd/>
          </a:ln>
        </p:spPr>
      </p:pic>
      <p:sp>
        <p:nvSpPr>
          <p:cNvPr id="2" name="Rectangle 1"/>
          <p:cNvSpPr/>
          <p:nvPr/>
        </p:nvSpPr>
        <p:spPr>
          <a:xfrm>
            <a:off x="-2286000" y="2438400"/>
            <a:ext cx="4572000" cy="2677656"/>
          </a:xfrm>
          <a:prstGeom prst="rect">
            <a:avLst/>
          </a:prstGeom>
        </p:spPr>
        <p:txBody>
          <a:bodyPr>
            <a:spAutoFit/>
          </a:bodyPr>
          <a:lstStyle/>
          <a:p>
            <a:pPr algn="r"/>
            <a:r>
              <a:rPr lang="en-US" b="1" i="1" dirty="0"/>
              <a:t>Original</a:t>
            </a:r>
          </a:p>
          <a:p>
            <a:pPr algn="r"/>
            <a:endParaRPr lang="en-US" b="1" i="1" dirty="0"/>
          </a:p>
          <a:p>
            <a:pPr algn="r"/>
            <a:r>
              <a:rPr lang="en-US" b="1" i="1" dirty="0"/>
              <a:t>AE</a:t>
            </a:r>
          </a:p>
          <a:p>
            <a:pPr algn="r"/>
            <a:endParaRPr lang="en-US" b="1" i="1" dirty="0"/>
          </a:p>
          <a:p>
            <a:pPr algn="r"/>
            <a:r>
              <a:rPr lang="en-US" b="1" i="1" dirty="0"/>
              <a:t>Logistic PCA</a:t>
            </a:r>
          </a:p>
          <a:p>
            <a:pPr algn="r"/>
            <a:endParaRPr lang="en-US" b="1" i="1" dirty="0"/>
          </a:p>
          <a:p>
            <a:pPr algn="r"/>
            <a:r>
              <a:rPr lang="en-US" b="1" i="1" dirty="0"/>
              <a:t>Just PCA</a:t>
            </a:r>
          </a:p>
        </p:txBody>
      </p:sp>
    </p:spTree>
    <p:extLst>
      <p:ext uri="{BB962C8B-B14F-4D97-AF65-F5344CB8AC3E}">
        <p14:creationId xmlns:p14="http://schemas.microsoft.com/office/powerpoint/2010/main" val="3219838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How to improve DNN?</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Dropout</a:t>
            </a:r>
          </a:p>
          <a:p>
            <a:pPr>
              <a:lnSpc>
                <a:spcPct val="90000"/>
              </a:lnSpc>
            </a:pPr>
            <a:r>
              <a:rPr lang="en-US" altLang="zh-CN" dirty="0">
                <a:ea typeface="宋体" charset="-122"/>
              </a:rPr>
              <a:t>Batch normalization</a:t>
            </a:r>
          </a:p>
        </p:txBody>
      </p:sp>
    </p:spTree>
    <p:extLst>
      <p:ext uri="{BB962C8B-B14F-4D97-AF65-F5344CB8AC3E}">
        <p14:creationId xmlns:p14="http://schemas.microsoft.com/office/powerpoint/2010/main" val="17255929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Dropout (a.k.a. Dilution)</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Dropout is a regularization technique for mitigating overfitting in NN. </a:t>
            </a:r>
          </a:p>
          <a:p>
            <a:pPr>
              <a:lnSpc>
                <a:spcPct val="90000"/>
              </a:lnSpc>
            </a:pPr>
            <a:r>
              <a:rPr lang="en-US" altLang="zh-CN" dirty="0">
                <a:ea typeface="宋体" charset="-122"/>
              </a:rPr>
              <a:t>The term dilution refers to the thinning of the weights.</a:t>
            </a:r>
          </a:p>
          <a:p>
            <a:pPr>
              <a:lnSpc>
                <a:spcPct val="90000"/>
              </a:lnSpc>
            </a:pPr>
            <a:r>
              <a:rPr lang="en-US" altLang="zh-CN" dirty="0">
                <a:ea typeface="宋体" charset="-122"/>
              </a:rPr>
              <a:t>The term dropout refers to randomly "dropping out", or omitting, nodes (both hidden and visible) during the training process of a neural network.</a:t>
            </a:r>
          </a:p>
          <a:p>
            <a:pPr>
              <a:lnSpc>
                <a:spcPct val="90000"/>
              </a:lnSpc>
            </a:pPr>
            <a:r>
              <a:rPr lang="en-US" dirty="0"/>
              <a:t>Refer to:</a:t>
            </a:r>
          </a:p>
          <a:p>
            <a:pPr marL="0" indent="0">
              <a:lnSpc>
                <a:spcPct val="90000"/>
              </a:lnSpc>
              <a:buNone/>
            </a:pPr>
            <a:r>
              <a:rPr lang="en-US" dirty="0"/>
              <a:t>Srivastava, </a:t>
            </a:r>
            <a:r>
              <a:rPr lang="en-US" dirty="0" err="1"/>
              <a:t>Nitish</a:t>
            </a:r>
            <a:r>
              <a:rPr lang="en-US" dirty="0"/>
              <a:t>, Geoffrey Hinton, Alex </a:t>
            </a:r>
            <a:r>
              <a:rPr lang="en-US" dirty="0" err="1"/>
              <a:t>Krizhevsky</a:t>
            </a:r>
            <a:r>
              <a:rPr lang="en-US" dirty="0"/>
              <a:t>, Ilya </a:t>
            </a:r>
            <a:r>
              <a:rPr lang="en-US" dirty="0" err="1"/>
              <a:t>Sutskever</a:t>
            </a:r>
            <a:r>
              <a:rPr lang="en-US" dirty="0"/>
              <a:t>, and </a:t>
            </a:r>
            <a:r>
              <a:rPr lang="en-US" dirty="0" err="1"/>
              <a:t>Ruslan</a:t>
            </a:r>
            <a:r>
              <a:rPr lang="en-US" dirty="0"/>
              <a:t> </a:t>
            </a:r>
            <a:r>
              <a:rPr lang="en-US" dirty="0" err="1"/>
              <a:t>Salakhutdinov</a:t>
            </a:r>
            <a:r>
              <a:rPr lang="en-US" dirty="0"/>
              <a:t>. "Dropout: a simple way to prevent neural networks from overfitting." </a:t>
            </a:r>
            <a:r>
              <a:rPr lang="en-US" i="1" dirty="0"/>
              <a:t>The journal of machine learning research</a:t>
            </a:r>
            <a:r>
              <a:rPr lang="en-US" dirty="0"/>
              <a:t> 15, no. 1 (2014): 1929-1958.</a:t>
            </a:r>
            <a:r>
              <a:rPr lang="en-US" altLang="zh-CN" dirty="0">
                <a:ea typeface="宋体" charset="-122"/>
              </a:rPr>
              <a:t> </a:t>
            </a:r>
          </a:p>
        </p:txBody>
      </p:sp>
    </p:spTree>
    <p:extLst>
      <p:ext uri="{BB962C8B-B14F-4D97-AF65-F5344CB8AC3E}">
        <p14:creationId xmlns:p14="http://schemas.microsoft.com/office/powerpoint/2010/main" val="2793152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Dropout Neural Network Model (1)</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endParaRPr lang="en-US" altLang="zh-CN" dirty="0">
              <a:ea typeface="宋体" charset="-122"/>
            </a:endParaRPr>
          </a:p>
        </p:txBody>
      </p:sp>
      <p:pic>
        <p:nvPicPr>
          <p:cNvPr id="2" name="Picture 1"/>
          <p:cNvPicPr>
            <a:picLocks noChangeAspect="1"/>
          </p:cNvPicPr>
          <p:nvPr/>
        </p:nvPicPr>
        <p:blipFill>
          <a:blip r:embed="rId3"/>
          <a:stretch>
            <a:fillRect/>
          </a:stretch>
        </p:blipFill>
        <p:spPr>
          <a:xfrm>
            <a:off x="307011" y="1752600"/>
            <a:ext cx="8529978" cy="4025779"/>
          </a:xfrm>
          <a:prstGeom prst="rect">
            <a:avLst/>
          </a:prstGeom>
        </p:spPr>
      </p:pic>
    </p:spTree>
    <p:extLst>
      <p:ext uri="{BB962C8B-B14F-4D97-AF65-F5344CB8AC3E}">
        <p14:creationId xmlns:p14="http://schemas.microsoft.com/office/powerpoint/2010/main" val="2610373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Dropout Neural Network Model (2)</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endParaRPr lang="en-US" altLang="zh-CN" dirty="0">
              <a:ea typeface="宋体" charset="-122"/>
            </a:endParaRPr>
          </a:p>
        </p:txBody>
      </p:sp>
      <p:pic>
        <p:nvPicPr>
          <p:cNvPr id="3" name="Picture 2"/>
          <p:cNvPicPr>
            <a:picLocks noChangeAspect="1"/>
          </p:cNvPicPr>
          <p:nvPr/>
        </p:nvPicPr>
        <p:blipFill>
          <a:blip r:embed="rId3"/>
          <a:stretch>
            <a:fillRect/>
          </a:stretch>
        </p:blipFill>
        <p:spPr>
          <a:xfrm>
            <a:off x="129625" y="1828800"/>
            <a:ext cx="8884750" cy="3300650"/>
          </a:xfrm>
          <a:prstGeom prst="rect">
            <a:avLst/>
          </a:prstGeom>
        </p:spPr>
      </p:pic>
    </p:spTree>
    <p:extLst>
      <p:ext uri="{BB962C8B-B14F-4D97-AF65-F5344CB8AC3E}">
        <p14:creationId xmlns:p14="http://schemas.microsoft.com/office/powerpoint/2010/main" val="1171932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Dropout Neural Network Model (3)</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endParaRPr lang="en-US" altLang="zh-CN" dirty="0">
              <a:ea typeface="宋体" charset="-122"/>
            </a:endParaRPr>
          </a:p>
        </p:txBody>
      </p:sp>
      <p:pic>
        <p:nvPicPr>
          <p:cNvPr id="2" name="Picture 1"/>
          <p:cNvPicPr>
            <a:picLocks noChangeAspect="1"/>
          </p:cNvPicPr>
          <p:nvPr/>
        </p:nvPicPr>
        <p:blipFill>
          <a:blip r:embed="rId3"/>
          <a:stretch>
            <a:fillRect/>
          </a:stretch>
        </p:blipFill>
        <p:spPr>
          <a:xfrm>
            <a:off x="544374" y="1933209"/>
            <a:ext cx="7913826" cy="4315191"/>
          </a:xfrm>
          <a:prstGeom prst="rect">
            <a:avLst/>
          </a:prstGeom>
        </p:spPr>
      </p:pic>
    </p:spTree>
    <p:extLst>
      <p:ext uri="{BB962C8B-B14F-4D97-AF65-F5344CB8AC3E}">
        <p14:creationId xmlns:p14="http://schemas.microsoft.com/office/powerpoint/2010/main" val="3608329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Dropout Neural Network Model (4)</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Insights:</a:t>
            </a:r>
          </a:p>
          <a:p>
            <a:pPr lvl="1">
              <a:lnSpc>
                <a:spcPct val="90000"/>
              </a:lnSpc>
            </a:pPr>
            <a:r>
              <a:rPr lang="en-US" altLang="zh-CN" dirty="0">
                <a:ea typeface="宋体" charset="-122"/>
              </a:rPr>
              <a:t>Sparse networks can achieve better representation, similar to Occam's razor.</a:t>
            </a:r>
          </a:p>
          <a:p>
            <a:pPr lvl="1">
              <a:lnSpc>
                <a:spcPct val="90000"/>
              </a:lnSpc>
            </a:pPr>
            <a:r>
              <a:rPr lang="en-US" altLang="zh-CN" dirty="0">
                <a:ea typeface="宋体" charset="-122"/>
              </a:rPr>
              <a:t>Statistical averaging is similar to mixed strategy in game theory, which is better than pure strategy.</a:t>
            </a:r>
          </a:p>
          <a:p>
            <a:pPr lvl="1">
              <a:lnSpc>
                <a:spcPct val="90000"/>
              </a:lnSpc>
            </a:pPr>
            <a:endParaRPr lang="en-US" altLang="zh-CN" dirty="0">
              <a:ea typeface="宋体" charset="-122"/>
            </a:endParaRPr>
          </a:p>
        </p:txBody>
      </p:sp>
    </p:spTree>
    <p:extLst>
      <p:ext uri="{BB962C8B-B14F-4D97-AF65-F5344CB8AC3E}">
        <p14:creationId xmlns:p14="http://schemas.microsoft.com/office/powerpoint/2010/main" val="33609234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Batch Normalization (1)</a:t>
            </a:r>
          </a:p>
        </p:txBody>
      </p:sp>
      <p:sp>
        <p:nvSpPr>
          <p:cNvPr id="40963" name="Rectangle 3"/>
          <p:cNvSpPr>
            <a:spLocks noGrp="1" noChangeArrowheads="1"/>
          </p:cNvSpPr>
          <p:nvPr>
            <p:ph type="body" idx="4294967295"/>
          </p:nvPr>
        </p:nvSpPr>
        <p:spPr>
          <a:xfrm>
            <a:off x="533400" y="1524000"/>
            <a:ext cx="8077200" cy="5257800"/>
          </a:xfrm>
        </p:spPr>
        <p:txBody>
          <a:bodyPr/>
          <a:lstStyle/>
          <a:p>
            <a:pPr>
              <a:lnSpc>
                <a:spcPct val="90000"/>
              </a:lnSpc>
            </a:pPr>
            <a:r>
              <a:rPr lang="en-US" altLang="zh-CN" dirty="0">
                <a:ea typeface="宋体" charset="-122"/>
              </a:rPr>
              <a:t>Different sample sets may have different dynamic ranges. To achieve good performance, before applying the AI algorithm to a set of samples, we should align various batches of samples to the same dynamic range.</a:t>
            </a:r>
          </a:p>
          <a:p>
            <a:pPr>
              <a:lnSpc>
                <a:spcPct val="90000"/>
              </a:lnSpc>
            </a:pPr>
            <a:r>
              <a:rPr lang="en-US" altLang="zh-CN" dirty="0">
                <a:ea typeface="宋体" charset="-122"/>
              </a:rPr>
              <a:t>Such an alignment can be achieved by</a:t>
            </a:r>
          </a:p>
          <a:p>
            <a:pPr lvl="1">
              <a:lnSpc>
                <a:spcPct val="90000"/>
              </a:lnSpc>
            </a:pPr>
            <a:r>
              <a:rPr lang="en-US" altLang="zh-CN" dirty="0">
                <a:ea typeface="宋体" charset="-122"/>
              </a:rPr>
              <a:t>centering (shifting the mean of the samples to zero), </a:t>
            </a:r>
          </a:p>
          <a:p>
            <a:pPr lvl="1">
              <a:lnSpc>
                <a:spcPct val="90000"/>
              </a:lnSpc>
            </a:pPr>
            <a:r>
              <a:rPr lang="en-US" altLang="zh-CN" dirty="0">
                <a:ea typeface="宋体" charset="-122"/>
              </a:rPr>
              <a:t>and normalization (changing the variance to unit variance</a:t>
            </a:r>
          </a:p>
          <a:p>
            <a:pPr>
              <a:lnSpc>
                <a:spcPct val="90000"/>
              </a:lnSpc>
            </a:pPr>
            <a:r>
              <a:rPr lang="en-US" altLang="zh-CN" dirty="0">
                <a:ea typeface="宋体" charset="-122"/>
              </a:rPr>
              <a:t>Centering can be achieved by calculating the mean of all the samples in the batch, and subtracting the mean from each sample </a:t>
            </a:r>
          </a:p>
          <a:p>
            <a:pPr>
              <a:lnSpc>
                <a:spcPct val="90000"/>
              </a:lnSpc>
            </a:pPr>
            <a:r>
              <a:rPr lang="en-US" altLang="zh-CN" dirty="0">
                <a:ea typeface="宋体" charset="-122"/>
              </a:rPr>
              <a:t>Normalization can be achieved by calculating the standard deviation of the samples, and dividing each sample by the standard deviation.</a:t>
            </a:r>
          </a:p>
        </p:txBody>
      </p:sp>
    </p:spTree>
    <p:extLst>
      <p:ext uri="{BB962C8B-B14F-4D97-AF65-F5344CB8AC3E}">
        <p14:creationId xmlns:p14="http://schemas.microsoft.com/office/powerpoint/2010/main" val="4088763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Batch Normalization (2)</a:t>
            </a:r>
          </a:p>
        </p:txBody>
      </p:sp>
      <p:sp>
        <p:nvSpPr>
          <p:cNvPr id="40963" name="Rectangle 3"/>
          <p:cNvSpPr>
            <a:spLocks noGrp="1" noChangeArrowheads="1"/>
          </p:cNvSpPr>
          <p:nvPr>
            <p:ph type="body" idx="4294967295"/>
          </p:nvPr>
        </p:nvSpPr>
        <p:spPr>
          <a:xfrm>
            <a:off x="533400" y="1524000"/>
            <a:ext cx="8077200" cy="5257800"/>
          </a:xfrm>
        </p:spPr>
        <p:txBody>
          <a:bodyPr/>
          <a:lstStyle/>
          <a:p>
            <a:pPr>
              <a:lnSpc>
                <a:spcPct val="90000"/>
              </a:lnSpc>
            </a:pPr>
            <a:r>
              <a:rPr lang="en-US" altLang="zh-CN" dirty="0">
                <a:ea typeface="宋体" charset="-122"/>
              </a:rPr>
              <a:t>Batch Normalization aims to accelerate the training of DNN. </a:t>
            </a:r>
          </a:p>
          <a:p>
            <a:pPr>
              <a:lnSpc>
                <a:spcPct val="90000"/>
              </a:lnSpc>
            </a:pPr>
            <a:r>
              <a:rPr lang="en-US" altLang="zh-CN" dirty="0">
                <a:ea typeface="宋体" charset="-122"/>
              </a:rPr>
              <a:t>Batch Normalization also has a beneficial effect on the gradient flow through the network, by reducing the dependence of gradients on the scale of the parameters or of their initial values. This allows for use of much higher learning rates without the risk of divergence. </a:t>
            </a:r>
          </a:p>
          <a:p>
            <a:pPr>
              <a:lnSpc>
                <a:spcPct val="90000"/>
              </a:lnSpc>
            </a:pPr>
            <a:r>
              <a:rPr lang="en-US" altLang="zh-CN" dirty="0">
                <a:ea typeface="宋体" charset="-122"/>
              </a:rPr>
              <a:t>Furthermore, batch normalization regularizes the model and reduces the need for Dropout.</a:t>
            </a:r>
          </a:p>
          <a:p>
            <a:pPr>
              <a:lnSpc>
                <a:spcPct val="90000"/>
              </a:lnSpc>
            </a:pPr>
            <a:r>
              <a:rPr lang="en-US" altLang="zh-CN" dirty="0">
                <a:ea typeface="宋体" charset="-122"/>
              </a:rPr>
              <a:t>Refer to:</a:t>
            </a:r>
          </a:p>
          <a:p>
            <a:pPr marL="0" indent="0">
              <a:lnSpc>
                <a:spcPct val="90000"/>
              </a:lnSpc>
              <a:buNone/>
            </a:pPr>
            <a:r>
              <a:rPr lang="en-US" sz="2000" dirty="0" err="1"/>
              <a:t>Ioffe</a:t>
            </a:r>
            <a:r>
              <a:rPr lang="en-US" sz="2000" dirty="0"/>
              <a:t>, Sergey, and Christian </a:t>
            </a:r>
            <a:r>
              <a:rPr lang="en-US" sz="2000" dirty="0" err="1"/>
              <a:t>Szegedy</a:t>
            </a:r>
            <a:r>
              <a:rPr lang="en-US" sz="2000" dirty="0"/>
              <a:t>. "Batch normalization: Accelerating deep network training by reducing internal covariate shift." In </a:t>
            </a:r>
            <a:r>
              <a:rPr lang="en-US" sz="2000" i="1" dirty="0"/>
              <a:t>International conference on machine learning</a:t>
            </a:r>
            <a:r>
              <a:rPr lang="en-US" sz="2000" dirty="0"/>
              <a:t>, pp. 448-456. PMLR, 2015.</a:t>
            </a:r>
            <a:endParaRPr lang="en-US" altLang="zh-CN" sz="2000" dirty="0">
              <a:ea typeface="宋体" charset="-122"/>
            </a:endParaRPr>
          </a:p>
        </p:txBody>
      </p:sp>
    </p:spTree>
    <p:extLst>
      <p:ext uri="{BB962C8B-B14F-4D97-AF65-F5344CB8AC3E}">
        <p14:creationId xmlns:p14="http://schemas.microsoft.com/office/powerpoint/2010/main" val="2769086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Batch Normalization (3)</a:t>
            </a:r>
          </a:p>
        </p:txBody>
      </p:sp>
      <p:pic>
        <p:nvPicPr>
          <p:cNvPr id="2" name="Picture 1"/>
          <p:cNvPicPr>
            <a:picLocks noChangeAspect="1"/>
          </p:cNvPicPr>
          <p:nvPr/>
        </p:nvPicPr>
        <p:blipFill>
          <a:blip r:embed="rId3"/>
          <a:stretch>
            <a:fillRect/>
          </a:stretch>
        </p:blipFill>
        <p:spPr>
          <a:xfrm>
            <a:off x="1066800" y="1371600"/>
            <a:ext cx="6657333" cy="5383329"/>
          </a:xfrm>
          <a:prstGeom prst="rect">
            <a:avLst/>
          </a:prstGeom>
        </p:spPr>
      </p:pic>
    </p:spTree>
    <p:extLst>
      <p:ext uri="{BB962C8B-B14F-4D97-AF65-F5344CB8AC3E}">
        <p14:creationId xmlns:p14="http://schemas.microsoft.com/office/powerpoint/2010/main" val="41713412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Batch Normalization (4)</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During training, the gradient of loss ℓ needs to back-propagate through this BN module. Now, </a:t>
            </a:r>
            <a:r>
              <a:rPr lang="en-US" altLang="zh-CN" dirty="0" err="1">
                <a:ea typeface="宋体" charset="-122"/>
              </a:rPr>
              <a:t>TensorFlow</a:t>
            </a:r>
            <a:r>
              <a:rPr lang="en-US" altLang="zh-CN" dirty="0">
                <a:ea typeface="宋体" charset="-122"/>
              </a:rPr>
              <a:t> can automatically </a:t>
            </a:r>
            <a:r>
              <a:rPr lang="en-US" altLang="zh-CN" dirty="0">
                <a:solidFill>
                  <a:srgbClr val="FF0000"/>
                </a:solidFill>
                <a:ea typeface="宋体" charset="-122"/>
              </a:rPr>
              <a:t>symbolically</a:t>
            </a:r>
            <a:r>
              <a:rPr lang="en-US" altLang="zh-CN" dirty="0">
                <a:ea typeface="宋体" charset="-122"/>
              </a:rPr>
              <a:t> derive these formulas via end-to-end training.</a:t>
            </a:r>
          </a:p>
        </p:txBody>
      </p:sp>
      <p:pic>
        <p:nvPicPr>
          <p:cNvPr id="2" name="Picture 1"/>
          <p:cNvPicPr>
            <a:picLocks noChangeAspect="1"/>
          </p:cNvPicPr>
          <p:nvPr/>
        </p:nvPicPr>
        <p:blipFill>
          <a:blip r:embed="rId3"/>
          <a:stretch>
            <a:fillRect/>
          </a:stretch>
        </p:blipFill>
        <p:spPr>
          <a:xfrm>
            <a:off x="685800" y="3264012"/>
            <a:ext cx="6400800" cy="3479551"/>
          </a:xfrm>
          <a:prstGeom prst="rect">
            <a:avLst/>
          </a:prstGeom>
        </p:spPr>
      </p:pic>
    </p:spTree>
    <p:extLst>
      <p:ext uri="{BB962C8B-B14F-4D97-AF65-F5344CB8AC3E}">
        <p14:creationId xmlns:p14="http://schemas.microsoft.com/office/powerpoint/2010/main" val="1390579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914400"/>
          </a:xfrm>
        </p:spPr>
        <p:txBody>
          <a:bodyPr/>
          <a:lstStyle/>
          <a:p>
            <a:r>
              <a:rPr lang="en-US" altLang="zh-CN" sz="3600" dirty="0">
                <a:ea typeface="宋体" charset="-122"/>
              </a:rPr>
              <a:t>Training Batch Normalized Network</a:t>
            </a:r>
          </a:p>
        </p:txBody>
      </p:sp>
      <p:pic>
        <p:nvPicPr>
          <p:cNvPr id="3" name="Picture 2"/>
          <p:cNvPicPr>
            <a:picLocks noChangeAspect="1"/>
          </p:cNvPicPr>
          <p:nvPr/>
        </p:nvPicPr>
        <p:blipFill>
          <a:blip r:embed="rId3"/>
          <a:stretch>
            <a:fillRect/>
          </a:stretch>
        </p:blipFill>
        <p:spPr>
          <a:xfrm>
            <a:off x="2209800" y="1219200"/>
            <a:ext cx="4114800" cy="5498751"/>
          </a:xfrm>
          <a:prstGeom prst="rect">
            <a:avLst/>
          </a:prstGeom>
        </p:spPr>
      </p:pic>
    </p:spTree>
    <p:extLst>
      <p:ext uri="{BB962C8B-B14F-4D97-AF65-F5344CB8AC3E}">
        <p14:creationId xmlns:p14="http://schemas.microsoft.com/office/powerpoint/2010/main" val="23584556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sz="4400"/>
              <a:t>Outline</a:t>
            </a:r>
          </a:p>
        </p:txBody>
      </p:sp>
      <p:sp>
        <p:nvSpPr>
          <p:cNvPr id="4099" name="Rectangle 3"/>
          <p:cNvSpPr>
            <a:spLocks noGrp="1" noChangeArrowheads="1"/>
          </p:cNvSpPr>
          <p:nvPr>
            <p:ph type="body" idx="1"/>
          </p:nvPr>
        </p:nvSpPr>
        <p:spPr/>
        <p:txBody>
          <a:bodyPr/>
          <a:lstStyle/>
          <a:p>
            <a:pPr eaLnBrk="1" hangingPunct="1"/>
            <a:r>
              <a:rPr lang="en-US" sz="3200" dirty="0"/>
              <a:t>Why deep learning?</a:t>
            </a:r>
          </a:p>
          <a:p>
            <a:pPr eaLnBrk="1" hangingPunct="1"/>
            <a:r>
              <a:rPr lang="en-US" sz="3200" dirty="0"/>
              <a:t>Types of neural networks</a:t>
            </a:r>
          </a:p>
          <a:p>
            <a:pPr lvl="1"/>
            <a:r>
              <a:rPr lang="en-US" sz="3200" dirty="0"/>
              <a:t>DNN (or MLP)</a:t>
            </a:r>
          </a:p>
          <a:p>
            <a:pPr lvl="2"/>
            <a:r>
              <a:rPr lang="en-US" sz="2800" dirty="0"/>
              <a:t>Recursion principle for back-propagation algorithm</a:t>
            </a:r>
          </a:p>
          <a:p>
            <a:pPr lvl="1"/>
            <a:r>
              <a:rPr lang="en-US" sz="3200" dirty="0">
                <a:solidFill>
                  <a:srgbClr val="FF0000"/>
                </a:solidFill>
              </a:rPr>
              <a:t>CNN</a:t>
            </a:r>
          </a:p>
          <a:p>
            <a:pPr lvl="1"/>
            <a:r>
              <a:rPr lang="en-US" sz="3200" dirty="0"/>
              <a:t>RNN, LSTM</a:t>
            </a:r>
          </a:p>
          <a:p>
            <a:pPr lvl="1"/>
            <a:r>
              <a:rPr lang="en-US" sz="3200" dirty="0"/>
              <a:t>Transformer</a:t>
            </a:r>
            <a:endParaRPr lang="en-US" sz="3200" dirty="0">
              <a:solidFill>
                <a:srgbClr val="FF0000"/>
              </a:solidFill>
            </a:endParaRPr>
          </a:p>
        </p:txBody>
      </p:sp>
    </p:spTree>
    <p:extLst>
      <p:ext uri="{BB962C8B-B14F-4D97-AF65-F5344CB8AC3E}">
        <p14:creationId xmlns:p14="http://schemas.microsoft.com/office/powerpoint/2010/main" val="39634260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Convolutional Neural Network (CNN)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974" y="1447800"/>
            <a:ext cx="8782051" cy="2702169"/>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1999" y="4423947"/>
            <a:ext cx="3929589" cy="2275025"/>
          </a:xfrm>
          <a:prstGeom prst="rect">
            <a:avLst/>
          </a:prstGeom>
        </p:spPr>
      </p:pic>
      <p:sp>
        <p:nvSpPr>
          <p:cNvPr id="4" name="Rectangle 3"/>
          <p:cNvSpPr/>
          <p:nvPr/>
        </p:nvSpPr>
        <p:spPr>
          <a:xfrm>
            <a:off x="180974" y="5029200"/>
            <a:ext cx="4114800" cy="830997"/>
          </a:xfrm>
          <a:prstGeom prst="rect">
            <a:avLst/>
          </a:prstGeom>
        </p:spPr>
        <p:txBody>
          <a:bodyPr wrap="square">
            <a:spAutoFit/>
          </a:bodyPr>
          <a:lstStyle/>
          <a:p>
            <a:r>
              <a:rPr lang="en-US" dirty="0"/>
              <a:t>Max pooling with a 2x2 filter and stride = 2</a:t>
            </a:r>
          </a:p>
        </p:txBody>
      </p:sp>
    </p:spTree>
    <p:extLst>
      <p:ext uri="{BB962C8B-B14F-4D97-AF65-F5344CB8AC3E}">
        <p14:creationId xmlns:p14="http://schemas.microsoft.com/office/powerpoint/2010/main" val="8541439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1422644" y="1721692"/>
            <a:ext cx="6503701" cy="3897169"/>
          </a:xfrm>
          <a:prstGeom prst="rect">
            <a:avLst/>
          </a:prstGeom>
          <a:blipFill>
            <a:blip r:embed="rId2" cstate="print"/>
            <a:stretch>
              <a:fillRect/>
            </a:stretch>
          </a:blipFill>
        </p:spPr>
        <p:txBody>
          <a:bodyPr wrap="square" lIns="0" tIns="0" rIns="0" bIns="0" rtlCol="0"/>
          <a:lstStyle/>
          <a:p>
            <a:pPr algn="l" defTabSz="912114" fontAlgn="auto">
              <a:spcBef>
                <a:spcPts val="0"/>
              </a:spcBef>
              <a:spcAft>
                <a:spcPts val="0"/>
              </a:spcAft>
              <a:defRPr/>
            </a:pPr>
            <a:endParaRPr sz="1795">
              <a:solidFill>
                <a:prstClr val="black"/>
              </a:solidFill>
              <a:latin typeface="Arial"/>
            </a:endParaRPr>
          </a:p>
        </p:txBody>
      </p:sp>
      <p:sp>
        <p:nvSpPr>
          <p:cNvPr id="6" name="object 6"/>
          <p:cNvSpPr txBox="1"/>
          <p:nvPr/>
        </p:nvSpPr>
        <p:spPr>
          <a:xfrm>
            <a:off x="6655133" y="1447135"/>
            <a:ext cx="2355220" cy="203832"/>
          </a:xfrm>
          <a:prstGeom prst="rect">
            <a:avLst/>
          </a:prstGeom>
        </p:spPr>
        <p:txBody>
          <a:bodyPr vert="horz" wrap="square" lIns="0" tIns="0" rIns="0" bIns="0" rtlCol="0">
            <a:spAutoFit/>
          </a:bodyPr>
          <a:lstStyle/>
          <a:p>
            <a:pPr marL="12668" marR="5067" algn="l" defTabSz="912114" fontAlgn="auto">
              <a:lnSpc>
                <a:spcPts val="1646"/>
              </a:lnSpc>
              <a:spcBef>
                <a:spcPts val="0"/>
              </a:spcBef>
              <a:spcAft>
                <a:spcPts val="0"/>
              </a:spcAft>
              <a:defRPr/>
            </a:pPr>
            <a:r>
              <a:rPr sz="1397" i="1" spc="-5" dirty="0">
                <a:solidFill>
                  <a:prstClr val="black"/>
                </a:solidFill>
                <a:latin typeface="Arial"/>
                <a:cs typeface="Arial"/>
              </a:rPr>
              <a:t>[From Yann  LeCun</a:t>
            </a:r>
            <a:r>
              <a:rPr sz="1397" i="1" spc="-50" dirty="0">
                <a:solidFill>
                  <a:prstClr val="black"/>
                </a:solidFill>
                <a:latin typeface="Arial"/>
                <a:cs typeface="Arial"/>
              </a:rPr>
              <a:t> </a:t>
            </a:r>
            <a:r>
              <a:rPr sz="1397" i="1" spc="-5" dirty="0">
                <a:solidFill>
                  <a:prstClr val="black"/>
                </a:solidFill>
                <a:latin typeface="Arial"/>
                <a:cs typeface="Arial"/>
              </a:rPr>
              <a:t>slides]</a:t>
            </a:r>
            <a:endParaRPr sz="1397" dirty="0">
              <a:solidFill>
                <a:prstClr val="black"/>
              </a:solidFill>
              <a:latin typeface="Arial"/>
              <a:cs typeface="Arial"/>
            </a:endParaRPr>
          </a:p>
        </p:txBody>
      </p:sp>
      <p:sp>
        <p:nvSpPr>
          <p:cNvPr id="10" name="Title 23"/>
          <p:cNvSpPr txBox="1">
            <a:spLocks/>
          </p:cNvSpPr>
          <p:nvPr/>
        </p:nvSpPr>
        <p:spPr>
          <a:xfrm>
            <a:off x="338634" y="544860"/>
            <a:ext cx="8671719" cy="552591"/>
          </a:xfrm>
          <a:prstGeom prst="rect">
            <a:avLst/>
          </a:prstGeom>
        </p:spPr>
        <p:txBody>
          <a:bodyPr wrap="square" lIns="0" tIns="0" rIns="0" bIns="0">
            <a:spAutoFit/>
          </a:bodyPr>
          <a:lstStyle>
            <a:lvl1pPr>
              <a:defRPr sz="3600" b="0" i="0">
                <a:solidFill>
                  <a:schemeClr val="tx1"/>
                </a:solidFill>
                <a:latin typeface="Arial"/>
                <a:ea typeface="+mj-ea"/>
                <a:cs typeface="Arial"/>
              </a:defRPr>
            </a:lvl1pPr>
          </a:lstStyle>
          <a:p>
            <a:pPr defTabSz="912114" fontAlgn="auto">
              <a:spcBef>
                <a:spcPts val="0"/>
              </a:spcBef>
              <a:spcAft>
                <a:spcPts val="0"/>
              </a:spcAft>
              <a:defRPr/>
            </a:pPr>
            <a:r>
              <a:rPr lang="en-US" sz="3591" kern="0" dirty="0">
                <a:solidFill>
                  <a:srgbClr val="333399"/>
                </a:solidFill>
              </a:rPr>
              <a:t>Visualization</a:t>
            </a:r>
          </a:p>
        </p:txBody>
      </p:sp>
      <p:sp>
        <p:nvSpPr>
          <p:cNvPr id="7" name="TextBox 6"/>
          <p:cNvSpPr txBox="1"/>
          <p:nvPr/>
        </p:nvSpPr>
        <p:spPr>
          <a:xfrm>
            <a:off x="11612" y="6790398"/>
            <a:ext cx="1149952" cy="252823"/>
          </a:xfrm>
          <a:prstGeom prst="rect">
            <a:avLst/>
          </a:prstGeom>
          <a:noFill/>
        </p:spPr>
        <p:txBody>
          <a:bodyPr wrap="none" rtlCol="0">
            <a:spAutoFit/>
          </a:bodyPr>
          <a:lstStyle/>
          <a:p>
            <a:pPr algn="l" defTabSz="912114" fontAlgn="auto">
              <a:spcBef>
                <a:spcPts val="0"/>
              </a:spcBef>
              <a:spcAft>
                <a:spcPts val="0"/>
              </a:spcAft>
              <a:defRPr/>
            </a:pPr>
            <a:r>
              <a:rPr lang="en-US" sz="1047" dirty="0">
                <a:solidFill>
                  <a:prstClr val="black"/>
                </a:solidFill>
                <a:latin typeface="Arial"/>
              </a:rPr>
              <a:t>Andrej </a:t>
            </a:r>
            <a:r>
              <a:rPr lang="en-US" sz="1047" dirty="0" err="1">
                <a:solidFill>
                  <a:prstClr val="black"/>
                </a:solidFill>
                <a:latin typeface="Arial"/>
              </a:rPr>
              <a:t>Karpathy</a:t>
            </a:r>
            <a:endParaRPr lang="en-US" sz="1047" dirty="0">
              <a:solidFill>
                <a:prstClr val="black"/>
              </a:solidFill>
              <a:latin typeface="Arial"/>
            </a:endParaRPr>
          </a:p>
        </p:txBody>
      </p:sp>
      <p:sp>
        <p:nvSpPr>
          <p:cNvPr id="2" name="Slide Number Placeholder 1">
            <a:extLst>
              <a:ext uri="{FF2B5EF4-FFF2-40B4-BE49-F238E27FC236}">
                <a16:creationId xmlns:a16="http://schemas.microsoft.com/office/drawing/2014/main" id="{74EB7418-ACBB-8258-66A5-AE2A00F48482}"/>
              </a:ext>
            </a:extLst>
          </p:cNvPr>
          <p:cNvSpPr>
            <a:spLocks noGrp="1"/>
          </p:cNvSpPr>
          <p:nvPr>
            <p:ph type="sldNum" sz="quarter" idx="4294967295"/>
          </p:nvPr>
        </p:nvSpPr>
        <p:spPr>
          <a:xfrm>
            <a:off x="6578571" y="6377942"/>
            <a:ext cx="2097778" cy="276999"/>
          </a:xfrm>
          <a:prstGeom prst="rect">
            <a:avLst/>
          </a:prstGeom>
        </p:spPr>
        <p:txBody>
          <a:bodyPr wrap="square" lIns="0" tIns="0" rIns="0" bIns="0">
            <a:spAutoFit/>
          </a:bodyPr>
          <a:lstStyle>
            <a:defPPr>
              <a:defRPr lang="en-US"/>
            </a:defPPr>
            <a:lvl1pPr marL="0" algn="r" defTabSz="912114" rtl="0" eaLnBrk="1" latinLnBrk="0" hangingPunct="1">
              <a:defRPr sz="1795" kern="1200">
                <a:solidFill>
                  <a:schemeClr val="tx1">
                    <a:tint val="75000"/>
                  </a:schemeClr>
                </a:solidFill>
                <a:latin typeface="+mn-lt"/>
                <a:ea typeface="+mn-ea"/>
                <a:cs typeface="+mn-cs"/>
              </a:defRPr>
            </a:lvl1pPr>
            <a:lvl2pPr marL="456057" algn="l" defTabSz="912114" rtl="0" eaLnBrk="1" latinLnBrk="0" hangingPunct="1">
              <a:defRPr sz="1795" kern="1200">
                <a:solidFill>
                  <a:schemeClr val="tx1"/>
                </a:solidFill>
                <a:latin typeface="+mn-lt"/>
                <a:ea typeface="+mn-ea"/>
                <a:cs typeface="+mn-cs"/>
              </a:defRPr>
            </a:lvl2pPr>
            <a:lvl3pPr marL="912114" algn="l" defTabSz="912114" rtl="0" eaLnBrk="1" latinLnBrk="0" hangingPunct="1">
              <a:defRPr sz="1795" kern="1200">
                <a:solidFill>
                  <a:schemeClr val="tx1"/>
                </a:solidFill>
                <a:latin typeface="+mn-lt"/>
                <a:ea typeface="+mn-ea"/>
                <a:cs typeface="+mn-cs"/>
              </a:defRPr>
            </a:lvl3pPr>
            <a:lvl4pPr marL="1368171" algn="l" defTabSz="912114" rtl="0" eaLnBrk="1" latinLnBrk="0" hangingPunct="1">
              <a:defRPr sz="1795" kern="1200">
                <a:solidFill>
                  <a:schemeClr val="tx1"/>
                </a:solidFill>
                <a:latin typeface="+mn-lt"/>
                <a:ea typeface="+mn-ea"/>
                <a:cs typeface="+mn-cs"/>
              </a:defRPr>
            </a:lvl4pPr>
            <a:lvl5pPr marL="1824228" algn="l" defTabSz="912114" rtl="0" eaLnBrk="1" latinLnBrk="0" hangingPunct="1">
              <a:defRPr sz="1795" kern="1200">
                <a:solidFill>
                  <a:schemeClr val="tx1"/>
                </a:solidFill>
                <a:latin typeface="+mn-lt"/>
                <a:ea typeface="+mn-ea"/>
                <a:cs typeface="+mn-cs"/>
              </a:defRPr>
            </a:lvl5pPr>
            <a:lvl6pPr marL="2280285" algn="l" defTabSz="912114" rtl="0" eaLnBrk="1" latinLnBrk="0" hangingPunct="1">
              <a:defRPr sz="1795" kern="1200">
                <a:solidFill>
                  <a:schemeClr val="tx1"/>
                </a:solidFill>
                <a:latin typeface="+mn-lt"/>
                <a:ea typeface="+mn-ea"/>
                <a:cs typeface="+mn-cs"/>
              </a:defRPr>
            </a:lvl6pPr>
            <a:lvl7pPr marL="2736342" algn="l" defTabSz="912114" rtl="0" eaLnBrk="1" latinLnBrk="0" hangingPunct="1">
              <a:defRPr sz="1795" kern="1200">
                <a:solidFill>
                  <a:schemeClr val="tx1"/>
                </a:solidFill>
                <a:latin typeface="+mn-lt"/>
                <a:ea typeface="+mn-ea"/>
                <a:cs typeface="+mn-cs"/>
              </a:defRPr>
            </a:lvl7pPr>
            <a:lvl8pPr marL="3192399" algn="l" defTabSz="912114" rtl="0" eaLnBrk="1" latinLnBrk="0" hangingPunct="1">
              <a:defRPr sz="1795" kern="1200">
                <a:solidFill>
                  <a:schemeClr val="tx1"/>
                </a:solidFill>
                <a:latin typeface="+mn-lt"/>
                <a:ea typeface="+mn-ea"/>
                <a:cs typeface="+mn-cs"/>
              </a:defRPr>
            </a:lvl8pPr>
            <a:lvl9pPr marL="3648456" algn="l" defTabSz="912114" rtl="0" eaLnBrk="1" latinLnBrk="0" hangingPunct="1">
              <a:defRPr sz="1795" kern="1200">
                <a:solidFill>
                  <a:schemeClr val="tx1"/>
                </a:solidFill>
                <a:latin typeface="+mn-lt"/>
                <a:ea typeface="+mn-ea"/>
                <a:cs typeface="+mn-cs"/>
              </a:defRPr>
            </a:lvl9pPr>
          </a:lstStyle>
          <a:p>
            <a:pPr fontAlgn="auto">
              <a:spcBef>
                <a:spcPts val="0"/>
              </a:spcBef>
              <a:spcAft>
                <a:spcPts val="0"/>
              </a:spcAft>
            </a:pPr>
            <a:fld id="{B6F15528-21DE-4FAA-801E-634DDDAF4B2B}" type="slidenum">
              <a:rPr lang="en-HK">
                <a:solidFill>
                  <a:prstClr val="black">
                    <a:tint val="75000"/>
                  </a:prstClr>
                </a:solidFill>
                <a:latin typeface="Arial"/>
              </a:rPr>
              <a:pPr fontAlgn="auto">
                <a:spcBef>
                  <a:spcPts val="0"/>
                </a:spcBef>
                <a:spcAft>
                  <a:spcPts val="0"/>
                </a:spcAft>
              </a:pPr>
              <a:t>33</a:t>
            </a:fld>
            <a:endParaRPr lang="en-HK">
              <a:solidFill>
                <a:prstClr val="black">
                  <a:tint val="75000"/>
                </a:prstClr>
              </a:solidFill>
              <a:latin typeface="Arial"/>
            </a:endParaRPr>
          </a:p>
        </p:txBody>
      </p:sp>
    </p:spTree>
    <p:extLst>
      <p:ext uri="{BB962C8B-B14F-4D97-AF65-F5344CB8AC3E}">
        <p14:creationId xmlns:p14="http://schemas.microsoft.com/office/powerpoint/2010/main" val="814561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Examples of CNN</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err="1">
                <a:ea typeface="宋体" charset="-122"/>
              </a:rPr>
              <a:t>AlexNet</a:t>
            </a:r>
            <a:endParaRPr lang="en-US" altLang="zh-CN" dirty="0">
              <a:ea typeface="宋体" charset="-122"/>
            </a:endParaRPr>
          </a:p>
          <a:p>
            <a:pPr>
              <a:lnSpc>
                <a:spcPct val="90000"/>
              </a:lnSpc>
            </a:pPr>
            <a:r>
              <a:rPr lang="en-US" altLang="zh-CN" dirty="0" err="1">
                <a:ea typeface="宋体" charset="-122"/>
              </a:rPr>
              <a:t>VGGNet</a:t>
            </a:r>
            <a:endParaRPr lang="en-US" altLang="zh-CN" dirty="0">
              <a:ea typeface="宋体" charset="-122"/>
            </a:endParaRPr>
          </a:p>
          <a:p>
            <a:pPr>
              <a:lnSpc>
                <a:spcPct val="90000"/>
              </a:lnSpc>
            </a:pPr>
            <a:r>
              <a:rPr lang="en-US" altLang="zh-CN" dirty="0">
                <a:ea typeface="宋体" charset="-122"/>
              </a:rPr>
              <a:t>Inception</a:t>
            </a:r>
          </a:p>
          <a:p>
            <a:pPr>
              <a:lnSpc>
                <a:spcPct val="90000"/>
              </a:lnSpc>
            </a:pPr>
            <a:r>
              <a:rPr lang="en-US" altLang="zh-CN" dirty="0" err="1">
                <a:ea typeface="宋体" charset="-122"/>
              </a:rPr>
              <a:t>ResNet</a:t>
            </a:r>
            <a:endParaRPr lang="en-US" altLang="zh-CN" dirty="0">
              <a:ea typeface="宋体" charset="-122"/>
            </a:endParaRPr>
          </a:p>
          <a:p>
            <a:pPr>
              <a:lnSpc>
                <a:spcPct val="90000"/>
              </a:lnSpc>
            </a:pPr>
            <a:r>
              <a:rPr lang="en-US" altLang="zh-CN" dirty="0" err="1">
                <a:ea typeface="宋体" charset="-122"/>
              </a:rPr>
              <a:t>DenseNet</a:t>
            </a:r>
            <a:endParaRPr lang="en-US" altLang="zh-CN" dirty="0">
              <a:ea typeface="宋体" charset="-122"/>
            </a:endParaRPr>
          </a:p>
          <a:p>
            <a:pPr>
              <a:lnSpc>
                <a:spcPct val="90000"/>
              </a:lnSpc>
            </a:pPr>
            <a:r>
              <a:rPr lang="en-US" altLang="zh-CN" dirty="0">
                <a:ea typeface="宋体" charset="-122"/>
              </a:rPr>
              <a:t>Refer to:</a:t>
            </a:r>
          </a:p>
          <a:p>
            <a:pPr marL="0" indent="0">
              <a:lnSpc>
                <a:spcPct val="90000"/>
              </a:lnSpc>
              <a:buNone/>
            </a:pPr>
            <a:r>
              <a:rPr lang="en-US" altLang="zh-CN" dirty="0">
                <a:solidFill>
                  <a:schemeClr val="tx2"/>
                </a:solidFill>
                <a:ea typeface="宋体" charset="-122"/>
                <a:hlinkClick r:id="rId3"/>
              </a:rPr>
              <a:t>https://towardsdatascience.com/architecture-comparison-of-alexnet-vggnet-resnet-inception-densenet-beb8b116866d</a:t>
            </a:r>
            <a:endParaRPr lang="en-US" altLang="zh-CN" dirty="0">
              <a:solidFill>
                <a:schemeClr val="tx2"/>
              </a:solidFill>
              <a:ea typeface="宋体" charset="-122"/>
            </a:endParaRPr>
          </a:p>
        </p:txBody>
      </p:sp>
    </p:spTree>
    <p:extLst>
      <p:ext uri="{BB962C8B-B14F-4D97-AF65-F5344CB8AC3E}">
        <p14:creationId xmlns:p14="http://schemas.microsoft.com/office/powerpoint/2010/main" val="12380105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sz="4400"/>
              <a:t>Outline</a:t>
            </a:r>
          </a:p>
        </p:txBody>
      </p:sp>
      <p:sp>
        <p:nvSpPr>
          <p:cNvPr id="4099" name="Rectangle 3"/>
          <p:cNvSpPr>
            <a:spLocks noGrp="1" noChangeArrowheads="1"/>
          </p:cNvSpPr>
          <p:nvPr>
            <p:ph type="body" idx="1"/>
          </p:nvPr>
        </p:nvSpPr>
        <p:spPr/>
        <p:txBody>
          <a:bodyPr/>
          <a:lstStyle/>
          <a:p>
            <a:pPr eaLnBrk="1" hangingPunct="1"/>
            <a:r>
              <a:rPr lang="en-US" sz="3200" dirty="0"/>
              <a:t>Why deep learning?</a:t>
            </a:r>
          </a:p>
          <a:p>
            <a:pPr eaLnBrk="1" hangingPunct="1"/>
            <a:r>
              <a:rPr lang="en-US" sz="3200" dirty="0"/>
              <a:t>Types of neural networks</a:t>
            </a:r>
          </a:p>
          <a:p>
            <a:pPr lvl="1"/>
            <a:r>
              <a:rPr lang="en-US" sz="3200" dirty="0"/>
              <a:t>DNN (or MLP)</a:t>
            </a:r>
          </a:p>
          <a:p>
            <a:pPr lvl="2"/>
            <a:r>
              <a:rPr lang="en-US" sz="2800" dirty="0"/>
              <a:t>Recursion principle for back-propagation algorithm</a:t>
            </a:r>
          </a:p>
          <a:p>
            <a:pPr lvl="1"/>
            <a:r>
              <a:rPr lang="en-US" sz="3200" dirty="0"/>
              <a:t>CNN</a:t>
            </a:r>
          </a:p>
          <a:p>
            <a:pPr lvl="1"/>
            <a:r>
              <a:rPr lang="en-US" sz="3200" dirty="0">
                <a:solidFill>
                  <a:srgbClr val="FF0000"/>
                </a:solidFill>
              </a:rPr>
              <a:t>RNN, LSTM</a:t>
            </a:r>
          </a:p>
          <a:p>
            <a:pPr lvl="1"/>
            <a:r>
              <a:rPr lang="en-US" sz="3200" dirty="0"/>
              <a:t>Transformer</a:t>
            </a:r>
            <a:endParaRPr lang="en-US" sz="3200" dirty="0">
              <a:solidFill>
                <a:srgbClr val="FF0000"/>
              </a:solidFill>
            </a:endParaRPr>
          </a:p>
        </p:txBody>
      </p:sp>
    </p:spTree>
    <p:extLst>
      <p:ext uri="{BB962C8B-B14F-4D97-AF65-F5344CB8AC3E}">
        <p14:creationId xmlns:p14="http://schemas.microsoft.com/office/powerpoint/2010/main" val="39301820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Recurrent Neural Network (RNN)</a:t>
            </a:r>
          </a:p>
        </p:txBody>
      </p:sp>
      <p:sp>
        <p:nvSpPr>
          <p:cNvPr id="40963" name="Rectangle 3"/>
          <p:cNvSpPr>
            <a:spLocks noGrp="1" noChangeArrowheads="1"/>
          </p:cNvSpPr>
          <p:nvPr>
            <p:ph type="body" idx="4294967295"/>
          </p:nvPr>
        </p:nvSpPr>
        <p:spPr>
          <a:xfrm>
            <a:off x="533400" y="1752600"/>
            <a:ext cx="8077200" cy="4495800"/>
          </a:xfrm>
        </p:spPr>
        <p:txBody>
          <a:bodyPr/>
          <a:lstStyle/>
          <a:p>
            <a:r>
              <a:rPr lang="en-US" dirty="0"/>
              <a:t>RNN is used to process time series data such as text, speech, video, weather data</a:t>
            </a:r>
          </a:p>
          <a:p>
            <a:r>
              <a:rPr lang="en-US" dirty="0"/>
              <a:t>RNN has memory so that it can process stochastic processes with short/long range dependence</a:t>
            </a:r>
          </a:p>
          <a:p>
            <a:pPr>
              <a:lnSpc>
                <a:spcPct val="90000"/>
              </a:lnSpc>
            </a:pPr>
            <a:endParaRPr lang="en-US" altLang="zh-CN" dirty="0">
              <a:ea typeface="宋体" charset="-122"/>
            </a:endParaRPr>
          </a:p>
        </p:txBody>
      </p:sp>
      <p:pic>
        <p:nvPicPr>
          <p:cNvPr id="4" name="Picture 2" descr="http://images.cnitblog.com/blog/381513/201311/23214531-bb0045ee3cd84dd4a62bbc18f79d0a99.png"/>
          <p:cNvPicPr>
            <a:picLocks noChangeAspect="1" noChangeArrowheads="1"/>
          </p:cNvPicPr>
          <p:nvPr/>
        </p:nvPicPr>
        <p:blipFill>
          <a:blip r:embed="rId3" cstate="print"/>
          <a:srcRect/>
          <a:stretch>
            <a:fillRect/>
          </a:stretch>
        </p:blipFill>
        <p:spPr bwMode="auto">
          <a:xfrm>
            <a:off x="-16267" y="4191000"/>
            <a:ext cx="5410200" cy="1895475"/>
          </a:xfrm>
          <a:prstGeom prst="rect">
            <a:avLst/>
          </a:prstGeom>
          <a:noFill/>
        </p:spPr>
      </p:pic>
      <p:pic>
        <p:nvPicPr>
          <p:cNvPr id="5" name="Picture 2"/>
          <p:cNvPicPr>
            <a:picLocks noChangeAspect="1" noChangeArrowheads="1"/>
          </p:cNvPicPr>
          <p:nvPr/>
        </p:nvPicPr>
        <p:blipFill>
          <a:blip r:embed="rId4" cstate="print"/>
          <a:srcRect/>
          <a:stretch>
            <a:fillRect/>
          </a:stretch>
        </p:blipFill>
        <p:spPr bwMode="auto">
          <a:xfrm>
            <a:off x="5324684" y="4505325"/>
            <a:ext cx="3819316" cy="1152525"/>
          </a:xfrm>
          <a:prstGeom prst="rect">
            <a:avLst/>
          </a:prstGeom>
          <a:noFill/>
          <a:ln w="9525">
            <a:noFill/>
            <a:miter lim="800000"/>
            <a:headEnd/>
            <a:tailEnd/>
          </a:ln>
        </p:spPr>
      </p:pic>
    </p:spTree>
    <p:extLst>
      <p:ext uri="{BB962C8B-B14F-4D97-AF65-F5344CB8AC3E}">
        <p14:creationId xmlns:p14="http://schemas.microsoft.com/office/powerpoint/2010/main" val="3646927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Vanishing/Exploding Gradient </a:t>
            </a:r>
            <a:br>
              <a:rPr lang="en-US" altLang="zh-CN" sz="3600" dirty="0">
                <a:ea typeface="宋体" charset="-122"/>
              </a:rPr>
            </a:br>
            <a:r>
              <a:rPr lang="en-US" altLang="zh-CN" sz="3600" dirty="0">
                <a:ea typeface="宋体" charset="-122"/>
              </a:rPr>
              <a:t>Both Temporally and Spatially</a:t>
            </a:r>
          </a:p>
        </p:txBody>
      </p:sp>
      <p:sp>
        <p:nvSpPr>
          <p:cNvPr id="40963" name="Rectangle 3"/>
          <p:cNvSpPr>
            <a:spLocks noGrp="1" noChangeArrowheads="1"/>
          </p:cNvSpPr>
          <p:nvPr>
            <p:ph type="body" idx="4294967295"/>
          </p:nvPr>
        </p:nvSpPr>
        <p:spPr>
          <a:xfrm>
            <a:off x="533400" y="1752600"/>
            <a:ext cx="8077200" cy="4495800"/>
          </a:xfrm>
        </p:spPr>
        <p:txBody>
          <a:bodyPr/>
          <a:lstStyle/>
          <a:p>
            <a:r>
              <a:rPr lang="en-US" dirty="0"/>
              <a:t>Multi-layered RNNs have their </a:t>
            </a:r>
          </a:p>
          <a:p>
            <a:pPr lvl="1">
              <a:buNone/>
            </a:pPr>
            <a:r>
              <a:rPr lang="en-US" dirty="0"/>
              <a:t>lower layers undertrained</a:t>
            </a:r>
          </a:p>
          <a:p>
            <a:r>
              <a:rPr lang="en-US" dirty="0"/>
              <a:t>Information from previous input are</a:t>
            </a:r>
          </a:p>
          <a:p>
            <a:pPr>
              <a:buNone/>
            </a:pPr>
            <a:r>
              <a:rPr lang="en-US" dirty="0"/>
              <a:t>not properly carried- chained gradients</a:t>
            </a:r>
          </a:p>
          <a:p>
            <a:pPr>
              <a:buNone/>
            </a:pPr>
            <a:endParaRPr lang="en-US" dirty="0"/>
          </a:p>
          <a:p>
            <a:pPr>
              <a:buNone/>
            </a:pPr>
            <a:endParaRPr lang="en-US" dirty="0"/>
          </a:p>
          <a:p>
            <a:endParaRPr lang="en-US" dirty="0"/>
          </a:p>
          <a:p>
            <a:endParaRPr lang="en-US" dirty="0"/>
          </a:p>
          <a:p>
            <a:r>
              <a:rPr lang="en-US" dirty="0"/>
              <a:t>ALSO, cannot handle </a:t>
            </a:r>
          </a:p>
          <a:p>
            <a:pPr lvl="1"/>
            <a:r>
              <a:rPr lang="en-US" i="1" dirty="0"/>
              <a:t>long range dependency</a:t>
            </a:r>
          </a:p>
        </p:txBody>
      </p:sp>
      <p:pic>
        <p:nvPicPr>
          <p:cNvPr id="4" name="Picture 3" descr="1"/>
          <p:cNvPicPr>
            <a:picLocks noChangeAspect="1" noChangeArrowheads="1"/>
          </p:cNvPicPr>
          <p:nvPr/>
        </p:nvPicPr>
        <p:blipFill>
          <a:blip r:embed="rId3" cstate="print"/>
          <a:srcRect/>
          <a:stretch>
            <a:fillRect/>
          </a:stretch>
        </p:blipFill>
        <p:spPr bwMode="auto">
          <a:xfrm>
            <a:off x="1371600" y="3581400"/>
            <a:ext cx="2895600" cy="1565317"/>
          </a:xfrm>
          <a:prstGeom prst="rect">
            <a:avLst/>
          </a:prstGeom>
          <a:noFill/>
        </p:spPr>
      </p:pic>
      <p:pic>
        <p:nvPicPr>
          <p:cNvPr id="5" name="Picture 2"/>
          <p:cNvPicPr>
            <a:picLocks noChangeAspect="1" noChangeArrowheads="1"/>
          </p:cNvPicPr>
          <p:nvPr/>
        </p:nvPicPr>
        <p:blipFill>
          <a:blip r:embed="rId4" cstate="print"/>
          <a:srcRect/>
          <a:stretch>
            <a:fillRect/>
          </a:stretch>
        </p:blipFill>
        <p:spPr bwMode="auto">
          <a:xfrm>
            <a:off x="6400800" y="2133600"/>
            <a:ext cx="2494150" cy="3876675"/>
          </a:xfrm>
          <a:prstGeom prst="rect">
            <a:avLst/>
          </a:prstGeom>
          <a:noFill/>
          <a:ln w="9525">
            <a:noFill/>
            <a:miter lim="800000"/>
            <a:headEnd/>
            <a:tailEnd/>
          </a:ln>
        </p:spPr>
      </p:pic>
    </p:spTree>
    <p:extLst>
      <p:ext uri="{BB962C8B-B14F-4D97-AF65-F5344CB8AC3E}">
        <p14:creationId xmlns:p14="http://schemas.microsoft.com/office/powerpoint/2010/main" val="24219979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Why, again?</a:t>
            </a:r>
          </a:p>
        </p:txBody>
      </p:sp>
      <p:sp>
        <p:nvSpPr>
          <p:cNvPr id="40963" name="Rectangle 3"/>
          <p:cNvSpPr>
            <a:spLocks noGrp="1" noChangeArrowheads="1"/>
          </p:cNvSpPr>
          <p:nvPr>
            <p:ph type="body" idx="4294967295"/>
          </p:nvPr>
        </p:nvSpPr>
        <p:spPr>
          <a:xfrm>
            <a:off x="533400" y="1752600"/>
            <a:ext cx="8077200" cy="4495800"/>
          </a:xfrm>
        </p:spPr>
        <p:txBody>
          <a:bodyPr/>
          <a:lstStyle/>
          <a:p>
            <a:r>
              <a:rPr lang="en-US" dirty="0"/>
              <a:t>We cannot relate inputs from the distant past to the target output.</a:t>
            </a:r>
          </a:p>
        </p:txBody>
      </p:sp>
      <p:pic>
        <p:nvPicPr>
          <p:cNvPr id="4" name="Picture 2"/>
          <p:cNvPicPr>
            <a:picLocks noChangeAspect="1" noChangeArrowheads="1"/>
          </p:cNvPicPr>
          <p:nvPr/>
        </p:nvPicPr>
        <p:blipFill>
          <a:blip r:embed="rId3" cstate="print"/>
          <a:srcRect/>
          <a:stretch>
            <a:fillRect/>
          </a:stretch>
        </p:blipFill>
        <p:spPr bwMode="auto">
          <a:xfrm>
            <a:off x="1676400" y="2895600"/>
            <a:ext cx="4948238" cy="3525099"/>
          </a:xfrm>
          <a:prstGeom prst="rect">
            <a:avLst/>
          </a:prstGeom>
          <a:noFill/>
          <a:ln w="9525">
            <a:noFill/>
            <a:miter lim="800000"/>
            <a:headEnd/>
            <a:tailEnd/>
          </a:ln>
        </p:spPr>
      </p:pic>
    </p:spTree>
    <p:extLst>
      <p:ext uri="{BB962C8B-B14F-4D97-AF65-F5344CB8AC3E}">
        <p14:creationId xmlns:p14="http://schemas.microsoft.com/office/powerpoint/2010/main" val="18844582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Long Short Term Memory</a:t>
            </a:r>
          </a:p>
        </p:txBody>
      </p:sp>
      <p:sp>
        <p:nvSpPr>
          <p:cNvPr id="40963" name="Rectangle 3"/>
          <p:cNvSpPr>
            <a:spLocks noGrp="1" noChangeArrowheads="1"/>
          </p:cNvSpPr>
          <p:nvPr>
            <p:ph type="body" idx="4294967295"/>
          </p:nvPr>
        </p:nvSpPr>
        <p:spPr>
          <a:xfrm>
            <a:off x="533400" y="1752600"/>
            <a:ext cx="8077200" cy="4495800"/>
          </a:xfrm>
        </p:spPr>
        <p:txBody>
          <a:bodyPr/>
          <a:lstStyle/>
          <a:p>
            <a:r>
              <a:rPr lang="en-US" dirty="0"/>
              <a:t>Error signals trapped within a memory cell cannot change. </a:t>
            </a:r>
          </a:p>
          <a:p>
            <a:r>
              <a:rPr lang="en-US" dirty="0"/>
              <a:t>Gates have to learn which error to trap and which ones to forget</a:t>
            </a:r>
          </a:p>
        </p:txBody>
      </p:sp>
      <p:pic>
        <p:nvPicPr>
          <p:cNvPr id="4" name="Picture 2"/>
          <p:cNvPicPr>
            <a:picLocks noChangeAspect="1" noChangeArrowheads="1"/>
          </p:cNvPicPr>
          <p:nvPr/>
        </p:nvPicPr>
        <p:blipFill>
          <a:blip r:embed="rId3" cstate="print"/>
          <a:srcRect/>
          <a:stretch>
            <a:fillRect/>
          </a:stretch>
        </p:blipFill>
        <p:spPr bwMode="auto">
          <a:xfrm>
            <a:off x="76200" y="3505200"/>
            <a:ext cx="4891771" cy="3200400"/>
          </a:xfrm>
          <a:prstGeom prst="rect">
            <a:avLst/>
          </a:prstGeom>
          <a:noFill/>
          <a:ln w="9525">
            <a:noFill/>
            <a:miter lim="800000"/>
            <a:headEnd/>
            <a:tailEnd/>
          </a:ln>
        </p:spPr>
      </p:pic>
      <p:pic>
        <p:nvPicPr>
          <p:cNvPr id="5" name="Picture 4"/>
          <p:cNvPicPr>
            <a:picLocks noChangeAspect="1" noChangeArrowheads="1"/>
          </p:cNvPicPr>
          <p:nvPr/>
        </p:nvPicPr>
        <p:blipFill>
          <a:blip r:embed="rId4" cstate="print"/>
          <a:srcRect/>
          <a:stretch>
            <a:fillRect/>
          </a:stretch>
        </p:blipFill>
        <p:spPr bwMode="auto">
          <a:xfrm>
            <a:off x="4961238" y="4291012"/>
            <a:ext cx="4106562" cy="2414588"/>
          </a:xfrm>
          <a:prstGeom prst="rect">
            <a:avLst/>
          </a:prstGeom>
          <a:noFill/>
          <a:ln w="9525">
            <a:noFill/>
            <a:miter lim="800000"/>
            <a:headEnd/>
            <a:tailEnd/>
          </a:ln>
        </p:spPr>
      </p:pic>
    </p:spTree>
    <p:extLst>
      <p:ext uri="{BB962C8B-B14F-4D97-AF65-F5344CB8AC3E}">
        <p14:creationId xmlns:p14="http://schemas.microsoft.com/office/powerpoint/2010/main" val="28660921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Sequence-to-sequence (Seq2seq)</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Seq2seq is a general-purpose encoder-decoder framework; it converts one sequence into another sequence (sequence transformation). It is implemented by two cascading RNNs.</a:t>
            </a:r>
          </a:p>
          <a:p>
            <a:pPr>
              <a:lnSpc>
                <a:spcPct val="90000"/>
              </a:lnSpc>
            </a:pPr>
            <a:endParaRPr lang="en-US" altLang="zh-CN" dirty="0">
              <a:ea typeface="宋体" charset="-122"/>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623" y="3352800"/>
            <a:ext cx="8548753" cy="3124200"/>
          </a:xfrm>
          <a:prstGeom prst="rect">
            <a:avLst/>
          </a:prstGeom>
        </p:spPr>
      </p:pic>
    </p:spTree>
    <p:extLst>
      <p:ext uri="{BB962C8B-B14F-4D97-AF65-F5344CB8AC3E}">
        <p14:creationId xmlns:p14="http://schemas.microsoft.com/office/powerpoint/2010/main" val="18113131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Seq2seq Applications</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Applications of Seq2seq include language translation, image captioning, conversational models and text summarization.</a:t>
            </a: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8200" y="2743200"/>
            <a:ext cx="6833959" cy="3308265"/>
          </a:xfrm>
          <a:prstGeom prst="rect">
            <a:avLst/>
          </a:prstGeom>
        </p:spPr>
      </p:pic>
      <p:sp>
        <p:nvSpPr>
          <p:cNvPr id="4" name="TextBox 3"/>
          <p:cNvSpPr txBox="1"/>
          <p:nvPr/>
        </p:nvSpPr>
        <p:spPr>
          <a:xfrm>
            <a:off x="228600" y="6146813"/>
            <a:ext cx="8305800" cy="400110"/>
          </a:xfrm>
          <a:prstGeom prst="rect">
            <a:avLst/>
          </a:prstGeom>
          <a:noFill/>
        </p:spPr>
        <p:txBody>
          <a:bodyPr wrap="square" rtlCol="0">
            <a:spAutoFit/>
          </a:bodyPr>
          <a:lstStyle/>
          <a:p>
            <a:r>
              <a:rPr lang="en-US" sz="2000" dirty="0"/>
              <a:t>Image captioning translates an image language into human language.</a:t>
            </a:r>
          </a:p>
        </p:txBody>
      </p:sp>
    </p:spTree>
    <p:extLst>
      <p:ext uri="{BB962C8B-B14F-4D97-AF65-F5344CB8AC3E}">
        <p14:creationId xmlns:p14="http://schemas.microsoft.com/office/powerpoint/2010/main" val="12711033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End-to-end (E2E) Training</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End-to-end training/learning refers to training a possibly complex learning system by applying gradient-based learning to the system as a whole, instead of training each component individually and then combining them. </a:t>
            </a:r>
          </a:p>
          <a:p>
            <a:pPr>
              <a:lnSpc>
                <a:spcPct val="90000"/>
              </a:lnSpc>
            </a:pPr>
            <a:r>
              <a:rPr lang="en-US" altLang="zh-CN" dirty="0">
                <a:ea typeface="宋体" charset="-122"/>
              </a:rPr>
              <a:t>End-to-end learning systems are specifically designed so that all modules are differentiable.</a:t>
            </a:r>
          </a:p>
          <a:p>
            <a:pPr>
              <a:lnSpc>
                <a:spcPct val="90000"/>
              </a:lnSpc>
            </a:pPr>
            <a:r>
              <a:rPr lang="en-US" altLang="zh-CN" dirty="0">
                <a:ea typeface="宋体" charset="-122"/>
              </a:rPr>
              <a:t>An example of E2E training:</a:t>
            </a:r>
          </a:p>
          <a:p>
            <a:pPr marL="0" indent="0">
              <a:lnSpc>
                <a:spcPct val="90000"/>
              </a:lnSpc>
              <a:buNone/>
            </a:pPr>
            <a:r>
              <a:rPr lang="en-US" altLang="zh-CN" dirty="0">
                <a:ea typeface="宋体" charset="-122"/>
                <a:hlinkClick r:id="rId3"/>
              </a:rPr>
              <a:t>https://github.com/suriyadeepan/rnn-from-scratch/blob/master/lstm.py</a:t>
            </a:r>
            <a:endParaRPr lang="en-US" altLang="zh-CN" dirty="0">
              <a:ea typeface="宋体" charset="-122"/>
            </a:endParaRPr>
          </a:p>
        </p:txBody>
      </p:sp>
    </p:spTree>
    <p:extLst>
      <p:ext uri="{BB962C8B-B14F-4D97-AF65-F5344CB8AC3E}">
        <p14:creationId xmlns:p14="http://schemas.microsoft.com/office/powerpoint/2010/main" val="104450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An Example of E2E Training</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The traditional approach for automatic speech recognition is to design the following pipeline structure:</a:t>
            </a:r>
          </a:p>
          <a:p>
            <a:pPr marL="0" indent="0">
              <a:lnSpc>
                <a:spcPct val="90000"/>
              </a:lnSpc>
              <a:buNone/>
            </a:pPr>
            <a:r>
              <a:rPr lang="en-US" altLang="zh-CN" dirty="0">
                <a:ea typeface="宋体" charset="-122"/>
              </a:rPr>
              <a:t>Audio (input) -&gt; feature extraction -&gt; phoneme detection   -&gt; word composition -&gt; text transcript (output).</a:t>
            </a:r>
          </a:p>
          <a:p>
            <a:pPr>
              <a:lnSpc>
                <a:spcPct val="90000"/>
              </a:lnSpc>
            </a:pPr>
            <a:r>
              <a:rPr lang="en-US" altLang="zh-CN" dirty="0">
                <a:ea typeface="宋体" charset="-122"/>
              </a:rPr>
              <a:t>A clear limitation of this pipelined architecture is that each module has to be optimized separately under different criteria. </a:t>
            </a:r>
          </a:p>
          <a:p>
            <a:pPr>
              <a:lnSpc>
                <a:spcPct val="90000"/>
              </a:lnSpc>
            </a:pPr>
            <a:r>
              <a:rPr lang="en-US" altLang="zh-CN" dirty="0">
                <a:ea typeface="宋体" charset="-122"/>
              </a:rPr>
              <a:t>The E2E approach uses the following single optimization criterion, achieving better performance:</a:t>
            </a:r>
          </a:p>
          <a:p>
            <a:pPr marL="0" indent="0">
              <a:lnSpc>
                <a:spcPct val="90000"/>
              </a:lnSpc>
              <a:buNone/>
            </a:pPr>
            <a:r>
              <a:rPr lang="en-US" altLang="zh-CN" dirty="0">
                <a:ea typeface="宋体" charset="-122"/>
              </a:rPr>
              <a:t>Audio (input) → (NN) → transcript (output)</a:t>
            </a:r>
          </a:p>
        </p:txBody>
      </p:sp>
    </p:spTree>
    <p:extLst>
      <p:ext uri="{BB962C8B-B14F-4D97-AF65-F5344CB8AC3E}">
        <p14:creationId xmlns:p14="http://schemas.microsoft.com/office/powerpoint/2010/main" val="13696644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sz="4400"/>
              <a:t>Outline</a:t>
            </a:r>
          </a:p>
        </p:txBody>
      </p:sp>
      <p:sp>
        <p:nvSpPr>
          <p:cNvPr id="4099" name="Rectangle 3"/>
          <p:cNvSpPr>
            <a:spLocks noGrp="1" noChangeArrowheads="1"/>
          </p:cNvSpPr>
          <p:nvPr>
            <p:ph type="body" idx="1"/>
          </p:nvPr>
        </p:nvSpPr>
        <p:spPr/>
        <p:txBody>
          <a:bodyPr/>
          <a:lstStyle/>
          <a:p>
            <a:pPr eaLnBrk="1" hangingPunct="1"/>
            <a:r>
              <a:rPr lang="en-US" sz="3200" dirty="0"/>
              <a:t>Why deep learning?</a:t>
            </a:r>
          </a:p>
          <a:p>
            <a:pPr eaLnBrk="1" hangingPunct="1"/>
            <a:r>
              <a:rPr lang="en-US" sz="3200" dirty="0"/>
              <a:t>Types of neural networks</a:t>
            </a:r>
          </a:p>
          <a:p>
            <a:pPr lvl="1"/>
            <a:r>
              <a:rPr lang="en-US" sz="3200" dirty="0"/>
              <a:t>DNN (or MLP)</a:t>
            </a:r>
          </a:p>
          <a:p>
            <a:pPr lvl="2"/>
            <a:r>
              <a:rPr lang="en-US" sz="2800" dirty="0"/>
              <a:t>Recursion principle for back-propagation algorithm</a:t>
            </a:r>
          </a:p>
          <a:p>
            <a:pPr lvl="1"/>
            <a:r>
              <a:rPr lang="en-US" sz="3200" dirty="0"/>
              <a:t>CNN</a:t>
            </a:r>
          </a:p>
          <a:p>
            <a:pPr lvl="1"/>
            <a:r>
              <a:rPr lang="en-US" sz="3200" dirty="0"/>
              <a:t>RNN, LSTM</a:t>
            </a:r>
          </a:p>
          <a:p>
            <a:pPr lvl="1"/>
            <a:r>
              <a:rPr lang="en-US" sz="3200" dirty="0">
                <a:solidFill>
                  <a:srgbClr val="FF0000"/>
                </a:solidFill>
              </a:rPr>
              <a:t>Transformer</a:t>
            </a:r>
          </a:p>
        </p:txBody>
      </p:sp>
    </p:spTree>
    <p:extLst>
      <p:ext uri="{BB962C8B-B14F-4D97-AF65-F5344CB8AC3E}">
        <p14:creationId xmlns:p14="http://schemas.microsoft.com/office/powerpoint/2010/main" val="23357504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Attention Mechanism in AI</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dirty="0"/>
              <a:t>In NN, attention is a technique that mimics cognitive attention: focus on important parts of the input data and fades out the rest.</a:t>
            </a:r>
          </a:p>
          <a:p>
            <a:pPr>
              <a:lnSpc>
                <a:spcPct val="90000"/>
              </a:lnSpc>
            </a:pPr>
            <a:r>
              <a:rPr lang="en-US" dirty="0"/>
              <a:t>Which part of the data is more important than others depends on the context and is learned with training data. </a:t>
            </a:r>
          </a:p>
          <a:p>
            <a:pPr>
              <a:lnSpc>
                <a:spcPct val="90000"/>
              </a:lnSpc>
            </a:pPr>
            <a:r>
              <a:rPr lang="en-US" altLang="zh-CN" dirty="0">
                <a:ea typeface="宋体" charset="-122"/>
              </a:rPr>
              <a:t>Two main attention techniques: </a:t>
            </a:r>
          </a:p>
          <a:p>
            <a:pPr lvl="1">
              <a:lnSpc>
                <a:spcPct val="90000"/>
              </a:lnSpc>
            </a:pPr>
            <a:r>
              <a:rPr lang="en-US" altLang="zh-CN" dirty="0">
                <a:ea typeface="宋体" charset="-122"/>
              </a:rPr>
              <a:t>dot-product attention, which uses the dot product between vectors to determine attention</a:t>
            </a:r>
          </a:p>
          <a:p>
            <a:pPr lvl="1">
              <a:lnSpc>
                <a:spcPct val="90000"/>
              </a:lnSpc>
            </a:pPr>
            <a:r>
              <a:rPr lang="en-US" altLang="zh-CN" dirty="0">
                <a:ea typeface="宋体" charset="-122"/>
              </a:rPr>
              <a:t>multi-head attention, which combines several different attention mechanisms to direct the overall attention of a network or sub-network </a:t>
            </a:r>
          </a:p>
        </p:txBody>
      </p:sp>
    </p:spTree>
    <p:extLst>
      <p:ext uri="{BB962C8B-B14F-4D97-AF65-F5344CB8AC3E}">
        <p14:creationId xmlns:p14="http://schemas.microsoft.com/office/powerpoint/2010/main" val="15899675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8305800" cy="1143000"/>
          </a:xfrm>
        </p:spPr>
        <p:txBody>
          <a:bodyPr/>
          <a:lstStyle/>
          <a:p>
            <a:r>
              <a:rPr lang="en-US" altLang="zh-CN" sz="3600" dirty="0">
                <a:ea typeface="宋体" charset="-122"/>
              </a:rPr>
              <a:t>English-to-French Translation Example</a:t>
            </a:r>
          </a:p>
        </p:txBody>
      </p:sp>
      <p:sp>
        <p:nvSpPr>
          <p:cNvPr id="40963" name="Rectangle 3"/>
          <p:cNvSpPr>
            <a:spLocks noGrp="1" noChangeArrowheads="1"/>
          </p:cNvSpPr>
          <p:nvPr>
            <p:ph type="body" idx="4294967295"/>
          </p:nvPr>
        </p:nvSpPr>
        <p:spPr>
          <a:xfrm>
            <a:off x="5943600" y="1676400"/>
            <a:ext cx="3200400" cy="4495800"/>
          </a:xfrm>
        </p:spPr>
        <p:txBody>
          <a:bodyPr/>
          <a:lstStyle/>
          <a:p>
            <a:pPr>
              <a:lnSpc>
                <a:spcPct val="90000"/>
              </a:lnSpc>
            </a:pPr>
            <a:r>
              <a:rPr lang="en-US" dirty="0"/>
              <a:t>Viewed as a matrix, the attention weights show how the network adjusts its focus according to context.</a:t>
            </a:r>
            <a:endParaRPr lang="en-US" altLang="zh-CN" dirty="0">
              <a:ea typeface="宋体" charset="-122"/>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600200"/>
            <a:ext cx="5151566" cy="3909399"/>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43600" y="3916594"/>
            <a:ext cx="2819400" cy="2389323"/>
          </a:xfrm>
          <a:prstGeom prst="rect">
            <a:avLst/>
          </a:prstGeom>
        </p:spPr>
      </p:pic>
    </p:spTree>
    <p:extLst>
      <p:ext uri="{BB962C8B-B14F-4D97-AF65-F5344CB8AC3E}">
        <p14:creationId xmlns:p14="http://schemas.microsoft.com/office/powerpoint/2010/main" val="6821524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Transformer (1)</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A transformer is a deep learning model that adopts the mechanism of attention, differentially weighing the significance of each part of the input data. </a:t>
            </a:r>
          </a:p>
          <a:p>
            <a:pPr>
              <a:lnSpc>
                <a:spcPct val="90000"/>
              </a:lnSpc>
            </a:pPr>
            <a:r>
              <a:rPr lang="en-US" altLang="zh-CN" dirty="0">
                <a:ea typeface="宋体" charset="-122"/>
              </a:rPr>
              <a:t>It is used primarily in natural language processing (NLP) and in computer vision.</a:t>
            </a:r>
          </a:p>
          <a:p>
            <a:pPr>
              <a:lnSpc>
                <a:spcPct val="90000"/>
              </a:lnSpc>
            </a:pPr>
            <a:r>
              <a:rPr lang="en-US" altLang="zh-CN" dirty="0">
                <a:ea typeface="宋体" charset="-122"/>
              </a:rPr>
              <a:t>Before transformers, most state-of-the-art NLP systems relied on gated RNNs, such as LSTM and gated recurrent units (GRUs), with added attention mechanisms. Transformers built on these attention technologies without using an RNN structure, highlighting the fact that attention mechanisms alone can match the performance of RNNs with attention. </a:t>
            </a:r>
          </a:p>
        </p:txBody>
      </p:sp>
    </p:spTree>
    <p:extLst>
      <p:ext uri="{BB962C8B-B14F-4D97-AF65-F5344CB8AC3E}">
        <p14:creationId xmlns:p14="http://schemas.microsoft.com/office/powerpoint/2010/main" val="13432747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Transformer (2)</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Like seq2seq, the transformer adopts an encoder-decoder architecture. The encoder consists of multiple encoding layers that process the input iteratively one layer after another, while the decoder consists of multiple decoding layers that do the same thing to the encoder's output.</a:t>
            </a:r>
          </a:p>
          <a:p>
            <a:pPr>
              <a:lnSpc>
                <a:spcPct val="90000"/>
              </a:lnSpc>
            </a:pPr>
            <a:r>
              <a:rPr lang="en-US" altLang="zh-CN" dirty="0">
                <a:ea typeface="宋体" charset="-122"/>
              </a:rPr>
              <a:t>Each encoder/decoder layer makes use of an </a:t>
            </a:r>
            <a:r>
              <a:rPr lang="en-US" altLang="zh-CN" dirty="0">
                <a:solidFill>
                  <a:srgbClr val="FF0000"/>
                </a:solidFill>
                <a:ea typeface="宋体" charset="-122"/>
              </a:rPr>
              <a:t>attention</a:t>
            </a:r>
            <a:r>
              <a:rPr lang="en-US" altLang="zh-CN" dirty="0">
                <a:ea typeface="宋体" charset="-122"/>
              </a:rPr>
              <a:t> mechanism. </a:t>
            </a:r>
          </a:p>
          <a:p>
            <a:pPr lvl="1">
              <a:lnSpc>
                <a:spcPct val="90000"/>
              </a:lnSpc>
            </a:pPr>
            <a:r>
              <a:rPr lang="en-US" altLang="zh-CN" sz="2000" dirty="0">
                <a:ea typeface="宋体" charset="-122"/>
              </a:rPr>
              <a:t>For each input, attention weighs the relevance of every other input and draws from them to produce the output. </a:t>
            </a:r>
          </a:p>
          <a:p>
            <a:pPr lvl="1">
              <a:lnSpc>
                <a:spcPct val="90000"/>
              </a:lnSpc>
            </a:pPr>
            <a:r>
              <a:rPr lang="en-US" altLang="zh-CN" sz="2000" dirty="0">
                <a:ea typeface="宋体" charset="-122"/>
              </a:rPr>
              <a:t>Each decoder layer has an additional attention mechanism that draws information from the outputs of previous decoders, before the decoder layer draws information from the encodings. </a:t>
            </a:r>
          </a:p>
        </p:txBody>
      </p:sp>
    </p:spTree>
    <p:extLst>
      <p:ext uri="{BB962C8B-B14F-4D97-AF65-F5344CB8AC3E}">
        <p14:creationId xmlns:p14="http://schemas.microsoft.com/office/powerpoint/2010/main" val="659843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Transformer (3)</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Both the encoder and decoder layers have a feed-forward NN for additional processing of the outputs, and contain residual connections and layer normalization steps.</a:t>
            </a:r>
            <a:endParaRPr lang="en-US" altLang="zh-CN" sz="2000" dirty="0">
              <a:ea typeface="宋体" charset="-122"/>
            </a:endParaRPr>
          </a:p>
        </p:txBody>
      </p:sp>
    </p:spTree>
    <p:extLst>
      <p:ext uri="{BB962C8B-B14F-4D97-AF65-F5344CB8AC3E}">
        <p14:creationId xmlns:p14="http://schemas.microsoft.com/office/powerpoint/2010/main" val="8333199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Transformer (4)</a:t>
            </a:r>
          </a:p>
        </p:txBody>
      </p:sp>
      <p:sp>
        <p:nvSpPr>
          <p:cNvPr id="40963" name="Rectangle 3"/>
          <p:cNvSpPr>
            <a:spLocks noGrp="1" noChangeArrowheads="1"/>
          </p:cNvSpPr>
          <p:nvPr>
            <p:ph type="body" idx="4294967295"/>
          </p:nvPr>
        </p:nvSpPr>
        <p:spPr>
          <a:xfrm>
            <a:off x="533400" y="1752600"/>
            <a:ext cx="8077200" cy="5029200"/>
          </a:xfrm>
        </p:spPr>
        <p:txBody>
          <a:bodyPr/>
          <a:lstStyle/>
          <a:p>
            <a:pPr>
              <a:lnSpc>
                <a:spcPct val="90000"/>
              </a:lnSpc>
            </a:pPr>
            <a:r>
              <a:rPr lang="en-US" altLang="zh-CN" dirty="0">
                <a:ea typeface="宋体" charset="-122"/>
              </a:rPr>
              <a:t>Transformer is based on </a:t>
            </a:r>
            <a:r>
              <a:rPr lang="en-US" altLang="zh-CN" dirty="0">
                <a:solidFill>
                  <a:srgbClr val="FF0000"/>
                </a:solidFill>
                <a:ea typeface="宋体" charset="-122"/>
              </a:rPr>
              <a:t>scaled dot-product attention</a:t>
            </a:r>
            <a:r>
              <a:rPr lang="en-US" altLang="zh-CN" dirty="0">
                <a:ea typeface="宋体" charset="-122"/>
              </a:rPr>
              <a:t>.</a:t>
            </a:r>
          </a:p>
          <a:p>
            <a:pPr>
              <a:lnSpc>
                <a:spcPct val="90000"/>
              </a:lnSpc>
            </a:pPr>
            <a:r>
              <a:rPr lang="en-US" altLang="zh-CN" dirty="0">
                <a:ea typeface="宋体" charset="-122"/>
              </a:rPr>
              <a:t>For each attention unit, the transformer model learns three weight matrices</a:t>
            </a:r>
          </a:p>
          <a:p>
            <a:pPr lvl="1">
              <a:lnSpc>
                <a:spcPct val="90000"/>
              </a:lnSpc>
            </a:pPr>
            <a:r>
              <a:rPr lang="en-US" altLang="zh-CN" dirty="0">
                <a:ea typeface="宋体" charset="-122"/>
              </a:rPr>
              <a:t>query weights W</a:t>
            </a:r>
            <a:r>
              <a:rPr lang="en-US" altLang="zh-CN" baseline="-25000" dirty="0">
                <a:ea typeface="宋体" charset="-122"/>
              </a:rPr>
              <a:t>Q</a:t>
            </a:r>
            <a:r>
              <a:rPr lang="en-US" altLang="zh-CN" dirty="0">
                <a:ea typeface="宋体" charset="-122"/>
              </a:rPr>
              <a:t> </a:t>
            </a:r>
          </a:p>
          <a:p>
            <a:pPr lvl="1">
              <a:lnSpc>
                <a:spcPct val="90000"/>
              </a:lnSpc>
            </a:pPr>
            <a:r>
              <a:rPr lang="en-US" altLang="zh-CN" dirty="0">
                <a:ea typeface="宋体" charset="-122"/>
              </a:rPr>
              <a:t>key weights W</a:t>
            </a:r>
            <a:r>
              <a:rPr lang="en-US" altLang="zh-CN" baseline="-25000" dirty="0">
                <a:ea typeface="宋体" charset="-122"/>
              </a:rPr>
              <a:t>K</a:t>
            </a:r>
            <a:r>
              <a:rPr lang="en-US" altLang="zh-CN" dirty="0">
                <a:ea typeface="宋体" charset="-122"/>
              </a:rPr>
              <a:t> </a:t>
            </a:r>
          </a:p>
          <a:p>
            <a:pPr lvl="1">
              <a:lnSpc>
                <a:spcPct val="90000"/>
              </a:lnSpc>
            </a:pPr>
            <a:r>
              <a:rPr lang="en-US" altLang="zh-CN" dirty="0">
                <a:ea typeface="宋体" charset="-122"/>
              </a:rPr>
              <a:t>value weights W</a:t>
            </a:r>
            <a:r>
              <a:rPr lang="en-US" altLang="zh-CN" baseline="-25000" dirty="0">
                <a:ea typeface="宋体" charset="-122"/>
              </a:rPr>
              <a:t>V</a:t>
            </a:r>
            <a:r>
              <a:rPr lang="en-US" altLang="zh-CN" dirty="0">
                <a:ea typeface="宋体" charset="-122"/>
              </a:rPr>
              <a:t> </a:t>
            </a:r>
          </a:p>
          <a:p>
            <a:pPr>
              <a:lnSpc>
                <a:spcPct val="90000"/>
              </a:lnSpc>
            </a:pPr>
            <a:r>
              <a:rPr lang="en-US" altLang="zh-CN" dirty="0">
                <a:ea typeface="宋体" charset="-122"/>
              </a:rPr>
              <a:t>For each token i, the input word embedding </a:t>
            </a:r>
            <a:r>
              <a:rPr lang="en-US" altLang="zh-CN" b="1" dirty="0">
                <a:ea typeface="宋体" charset="-122"/>
              </a:rPr>
              <a:t>x</a:t>
            </a:r>
            <a:r>
              <a:rPr lang="en-US" altLang="zh-CN" baseline="-25000" dirty="0">
                <a:ea typeface="宋体" charset="-122"/>
              </a:rPr>
              <a:t>i</a:t>
            </a:r>
            <a:r>
              <a:rPr lang="en-US" altLang="zh-CN" dirty="0">
                <a:ea typeface="宋体" charset="-122"/>
              </a:rPr>
              <a:t> is multiplied with each of the three weight matrices to produce a query (row) vector </a:t>
            </a:r>
            <a:r>
              <a:rPr lang="en-US" altLang="zh-CN" b="1" dirty="0">
                <a:ea typeface="宋体" charset="-122"/>
              </a:rPr>
              <a:t>q</a:t>
            </a:r>
            <a:r>
              <a:rPr lang="en-US" altLang="zh-CN" baseline="-25000" dirty="0">
                <a:ea typeface="宋体" charset="-122"/>
              </a:rPr>
              <a:t>i</a:t>
            </a:r>
            <a:r>
              <a:rPr lang="en-US" altLang="zh-CN" dirty="0">
                <a:ea typeface="宋体" charset="-122"/>
              </a:rPr>
              <a:t> = </a:t>
            </a:r>
            <a:r>
              <a:rPr lang="en-US" altLang="zh-CN" b="1" dirty="0" err="1">
                <a:ea typeface="宋体" charset="-122"/>
              </a:rPr>
              <a:t>x</a:t>
            </a:r>
            <a:r>
              <a:rPr lang="en-US" altLang="zh-CN" baseline="-25000" dirty="0" err="1">
                <a:ea typeface="宋体" charset="-122"/>
              </a:rPr>
              <a:t>i</a:t>
            </a:r>
            <a:r>
              <a:rPr lang="en-US" altLang="zh-CN" dirty="0" err="1">
                <a:ea typeface="宋体" charset="-122"/>
              </a:rPr>
              <a:t>W</a:t>
            </a:r>
            <a:r>
              <a:rPr lang="en-US" altLang="zh-CN" baseline="-25000" dirty="0" err="1">
                <a:ea typeface="宋体" charset="-122"/>
              </a:rPr>
              <a:t>Q</a:t>
            </a:r>
            <a:r>
              <a:rPr lang="en-US" altLang="zh-CN" dirty="0">
                <a:ea typeface="宋体" charset="-122"/>
              </a:rPr>
              <a:t>, a key vector </a:t>
            </a:r>
            <a:r>
              <a:rPr lang="en-US" altLang="zh-CN" b="1" dirty="0" err="1">
                <a:ea typeface="宋体" charset="-122"/>
              </a:rPr>
              <a:t>k</a:t>
            </a:r>
            <a:r>
              <a:rPr lang="en-US" altLang="zh-CN" baseline="-25000" dirty="0" err="1">
                <a:ea typeface="宋体" charset="-122"/>
              </a:rPr>
              <a:t>i</a:t>
            </a:r>
            <a:r>
              <a:rPr lang="en-US" altLang="zh-CN" dirty="0">
                <a:ea typeface="宋体" charset="-122"/>
              </a:rPr>
              <a:t>= </a:t>
            </a:r>
            <a:r>
              <a:rPr lang="en-US" altLang="zh-CN" b="1" dirty="0" err="1">
                <a:ea typeface="宋体" charset="-122"/>
              </a:rPr>
              <a:t>x</a:t>
            </a:r>
            <a:r>
              <a:rPr lang="en-US" altLang="zh-CN" baseline="-25000" dirty="0" err="1">
                <a:ea typeface="宋体" charset="-122"/>
              </a:rPr>
              <a:t>i</a:t>
            </a:r>
            <a:r>
              <a:rPr lang="en-US" altLang="zh-CN" dirty="0" err="1">
                <a:ea typeface="宋体" charset="-122"/>
              </a:rPr>
              <a:t>W</a:t>
            </a:r>
            <a:r>
              <a:rPr lang="en-US" altLang="zh-CN" baseline="-25000" dirty="0" err="1">
                <a:ea typeface="宋体" charset="-122"/>
              </a:rPr>
              <a:t>K</a:t>
            </a:r>
            <a:r>
              <a:rPr lang="en-US" altLang="zh-CN" dirty="0">
                <a:ea typeface="宋体" charset="-122"/>
              </a:rPr>
              <a:t>, and a value vector </a:t>
            </a:r>
            <a:r>
              <a:rPr lang="en-US" altLang="zh-CN" b="1" dirty="0">
                <a:ea typeface="宋体" charset="-122"/>
              </a:rPr>
              <a:t>v</a:t>
            </a:r>
            <a:r>
              <a:rPr lang="en-US" altLang="zh-CN" baseline="-25000" dirty="0">
                <a:ea typeface="宋体" charset="-122"/>
              </a:rPr>
              <a:t>i</a:t>
            </a:r>
            <a:r>
              <a:rPr lang="en-US" altLang="zh-CN" dirty="0">
                <a:ea typeface="宋体" charset="-122"/>
              </a:rPr>
              <a:t>= </a:t>
            </a:r>
            <a:r>
              <a:rPr lang="en-US" altLang="zh-CN" b="1" dirty="0" err="1">
                <a:ea typeface="宋体" charset="-122"/>
              </a:rPr>
              <a:t>x</a:t>
            </a:r>
            <a:r>
              <a:rPr lang="en-US" altLang="zh-CN" baseline="-25000" dirty="0" err="1">
                <a:ea typeface="宋体" charset="-122"/>
              </a:rPr>
              <a:t>i</a:t>
            </a:r>
            <a:r>
              <a:rPr lang="en-US" altLang="zh-CN" dirty="0" err="1">
                <a:ea typeface="宋体" charset="-122"/>
              </a:rPr>
              <a:t>W</a:t>
            </a:r>
            <a:r>
              <a:rPr lang="en-US" altLang="zh-CN" baseline="-25000" dirty="0" err="1">
                <a:ea typeface="宋体" charset="-122"/>
              </a:rPr>
              <a:t>V</a:t>
            </a:r>
            <a:r>
              <a:rPr lang="en-US" altLang="zh-CN" dirty="0">
                <a:ea typeface="宋体" charset="-122"/>
              </a:rPr>
              <a:t>.</a:t>
            </a:r>
          </a:p>
        </p:txBody>
      </p:sp>
      <p:pic>
        <p:nvPicPr>
          <p:cNvPr id="3" name="Picture 2">
            <a:extLst>
              <a:ext uri="{FF2B5EF4-FFF2-40B4-BE49-F238E27FC236}">
                <a16:creationId xmlns:a16="http://schemas.microsoft.com/office/drawing/2014/main" id="{6B21E322-1802-4D77-98E0-3AE69984D5AA}"/>
              </a:ext>
            </a:extLst>
          </p:cNvPr>
          <p:cNvPicPr>
            <a:picLocks noChangeAspect="1"/>
          </p:cNvPicPr>
          <p:nvPr/>
        </p:nvPicPr>
        <p:blipFill>
          <a:blip r:embed="rId3"/>
          <a:stretch>
            <a:fillRect/>
          </a:stretch>
        </p:blipFill>
        <p:spPr>
          <a:xfrm>
            <a:off x="8001000" y="2514600"/>
            <a:ext cx="1064904" cy="2209800"/>
          </a:xfrm>
          <a:prstGeom prst="rect">
            <a:avLst/>
          </a:prstGeom>
        </p:spPr>
      </p:pic>
    </p:spTree>
    <p:extLst>
      <p:ext uri="{BB962C8B-B14F-4D97-AF65-F5344CB8AC3E}">
        <p14:creationId xmlns:p14="http://schemas.microsoft.com/office/powerpoint/2010/main" val="17078776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Transformer (5)</a:t>
            </a:r>
          </a:p>
        </p:txBody>
      </p:sp>
      <p:sp>
        <p:nvSpPr>
          <p:cNvPr id="40963" name="Rectangle 3"/>
          <p:cNvSpPr>
            <a:spLocks noGrp="1" noChangeArrowheads="1"/>
          </p:cNvSpPr>
          <p:nvPr>
            <p:ph type="body" idx="4294967295"/>
          </p:nvPr>
        </p:nvSpPr>
        <p:spPr>
          <a:xfrm>
            <a:off x="533400" y="1752600"/>
            <a:ext cx="8077200" cy="5029200"/>
          </a:xfrm>
        </p:spPr>
        <p:txBody>
          <a:bodyPr/>
          <a:lstStyle/>
          <a:p>
            <a:pPr>
              <a:lnSpc>
                <a:spcPct val="90000"/>
              </a:lnSpc>
            </a:pPr>
            <a:r>
              <a:rPr lang="en-US" altLang="zh-CN" dirty="0">
                <a:ea typeface="宋体" charset="-122"/>
              </a:rPr>
              <a:t>The attention weight </a:t>
            </a:r>
            <a:r>
              <a:rPr lang="en-US" altLang="zh-CN" dirty="0" err="1">
                <a:ea typeface="宋体" charset="-122"/>
              </a:rPr>
              <a:t>a</a:t>
            </a:r>
            <a:r>
              <a:rPr lang="en-US" altLang="zh-CN" baseline="-25000" dirty="0" err="1">
                <a:ea typeface="宋体" charset="-122"/>
              </a:rPr>
              <a:t>ij</a:t>
            </a:r>
            <a:r>
              <a:rPr lang="en-US" altLang="zh-CN" dirty="0">
                <a:ea typeface="宋体" charset="-122"/>
              </a:rPr>
              <a:t> from token i to token j is the dot product between </a:t>
            </a:r>
            <a:r>
              <a:rPr lang="en-US" altLang="zh-CN" b="1" dirty="0">
                <a:ea typeface="宋体" charset="-122"/>
              </a:rPr>
              <a:t>q</a:t>
            </a:r>
            <a:r>
              <a:rPr lang="en-US" altLang="zh-CN" baseline="-25000" dirty="0">
                <a:ea typeface="宋体" charset="-122"/>
              </a:rPr>
              <a:t>i</a:t>
            </a:r>
            <a:r>
              <a:rPr lang="en-US" altLang="zh-CN" dirty="0">
                <a:ea typeface="宋体" charset="-122"/>
              </a:rPr>
              <a:t> and </a:t>
            </a:r>
            <a:r>
              <a:rPr lang="en-US" altLang="zh-CN" b="1" dirty="0" err="1">
                <a:ea typeface="宋体" charset="-122"/>
              </a:rPr>
              <a:t>k</a:t>
            </a:r>
            <a:r>
              <a:rPr lang="en-US" altLang="zh-CN" baseline="-25000" dirty="0" err="1">
                <a:ea typeface="宋体" charset="-122"/>
              </a:rPr>
              <a:t>j</a:t>
            </a:r>
            <a:r>
              <a:rPr lang="en-US" altLang="zh-CN" dirty="0">
                <a:ea typeface="宋体" charset="-122"/>
              </a:rPr>
              <a:t>, </a:t>
            </a:r>
            <a:r>
              <a:rPr lang="en-US" dirty="0"/>
              <a:t>divided by the square root of the dimension of a key vector, and passed through a </a:t>
            </a:r>
            <a:r>
              <a:rPr lang="en-US" dirty="0" err="1"/>
              <a:t>softmax</a:t>
            </a:r>
            <a:r>
              <a:rPr lang="en-US" dirty="0"/>
              <a:t> which normalizes the weights.</a:t>
            </a:r>
          </a:p>
          <a:p>
            <a:pPr>
              <a:lnSpc>
                <a:spcPct val="90000"/>
              </a:lnSpc>
            </a:pPr>
            <a:r>
              <a:rPr lang="en-US" altLang="zh-CN" dirty="0">
                <a:ea typeface="宋体" charset="-122"/>
              </a:rPr>
              <a:t>Define matrices Q, K and V as the matrices whose i-</a:t>
            </a:r>
            <a:r>
              <a:rPr lang="en-US" altLang="zh-CN" dirty="0" err="1">
                <a:ea typeface="宋体" charset="-122"/>
              </a:rPr>
              <a:t>th</a:t>
            </a:r>
            <a:r>
              <a:rPr lang="en-US" altLang="zh-CN" dirty="0">
                <a:ea typeface="宋体" charset="-122"/>
              </a:rPr>
              <a:t> rows are vectors </a:t>
            </a:r>
            <a:r>
              <a:rPr lang="en-US" altLang="zh-CN" b="1" dirty="0">
                <a:ea typeface="宋体" charset="-122"/>
              </a:rPr>
              <a:t>q</a:t>
            </a:r>
            <a:r>
              <a:rPr lang="en-US" altLang="zh-CN" baseline="-25000" dirty="0">
                <a:ea typeface="宋体" charset="-122"/>
              </a:rPr>
              <a:t>i</a:t>
            </a:r>
            <a:r>
              <a:rPr lang="en-US" altLang="zh-CN" dirty="0">
                <a:ea typeface="宋体" charset="-122"/>
              </a:rPr>
              <a:t>, </a:t>
            </a:r>
            <a:r>
              <a:rPr lang="en-US" altLang="zh-CN" b="1" dirty="0" err="1">
                <a:ea typeface="宋体" charset="-122"/>
              </a:rPr>
              <a:t>k</a:t>
            </a:r>
            <a:r>
              <a:rPr lang="en-US" altLang="zh-CN" baseline="-25000" dirty="0" err="1">
                <a:ea typeface="宋体" charset="-122"/>
              </a:rPr>
              <a:t>j</a:t>
            </a:r>
            <a:r>
              <a:rPr lang="en-US" altLang="zh-CN" dirty="0">
                <a:ea typeface="宋体" charset="-122"/>
              </a:rPr>
              <a:t>, and </a:t>
            </a:r>
            <a:r>
              <a:rPr lang="en-US" altLang="zh-CN" b="1" dirty="0">
                <a:ea typeface="宋体" charset="-122"/>
              </a:rPr>
              <a:t>v</a:t>
            </a:r>
            <a:r>
              <a:rPr lang="en-US" altLang="zh-CN" baseline="-25000" dirty="0">
                <a:ea typeface="宋体" charset="-122"/>
              </a:rPr>
              <a:t>i</a:t>
            </a:r>
            <a:r>
              <a:rPr lang="en-US" altLang="zh-CN" dirty="0">
                <a:ea typeface="宋体" charset="-122"/>
              </a:rPr>
              <a:t>, respectively. </a:t>
            </a:r>
          </a:p>
        </p:txBody>
      </p:sp>
      <p:graphicFrame>
        <p:nvGraphicFramePr>
          <p:cNvPr id="10" name="Object 9"/>
          <p:cNvGraphicFramePr>
            <a:graphicFrameLocks noChangeAspect="1"/>
          </p:cNvGraphicFramePr>
          <p:nvPr>
            <p:extLst>
              <p:ext uri="{D42A27DB-BD31-4B8C-83A1-F6EECF244321}">
                <p14:modId xmlns:p14="http://schemas.microsoft.com/office/powerpoint/2010/main" val="3148909603"/>
              </p:ext>
            </p:extLst>
          </p:nvPr>
        </p:nvGraphicFramePr>
        <p:xfrm>
          <a:off x="98425" y="98425"/>
          <a:ext cx="2774950" cy="447675"/>
        </p:xfrm>
        <a:graphic>
          <a:graphicData uri="http://schemas.openxmlformats.org/presentationml/2006/ole">
            <mc:AlternateContent xmlns:mc="http://schemas.openxmlformats.org/markup-compatibility/2006">
              <mc:Choice xmlns:v="urn:schemas-microsoft-com:vml" Requires="v">
                <p:oleObj name="Packager Shell Object" showAsIcon="1" r:id="rId3" imgW="2775600" imgH="448200" progId="Package">
                  <p:embed/>
                </p:oleObj>
              </mc:Choice>
              <mc:Fallback>
                <p:oleObj name="Packager Shell Object" showAsIcon="1" r:id="rId3" imgW="2775600" imgH="448200" progId="Package">
                  <p:embed/>
                  <p:pic>
                    <p:nvPicPr>
                      <p:cNvPr id="10" name="Object 9"/>
                      <p:cNvPicPr/>
                      <p:nvPr/>
                    </p:nvPicPr>
                    <p:blipFill>
                      <a:blip r:embed="rId4"/>
                      <a:stretch>
                        <a:fillRect/>
                      </a:stretch>
                    </p:blipFill>
                    <p:spPr>
                      <a:xfrm>
                        <a:off x="98425" y="98425"/>
                        <a:ext cx="2774950" cy="447675"/>
                      </a:xfrm>
                      <a:prstGeom prst="rect">
                        <a:avLst/>
                      </a:prstGeom>
                    </p:spPr>
                  </p:pic>
                </p:oleObj>
              </mc:Fallback>
            </mc:AlternateContent>
          </a:graphicData>
        </a:graphic>
      </p:graphicFrame>
      <p:pic>
        <p:nvPicPr>
          <p:cNvPr id="11" name="Picture 1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4400" y="4038600"/>
            <a:ext cx="7064951" cy="1295400"/>
          </a:xfrm>
          <a:prstGeom prst="rect">
            <a:avLst/>
          </a:prstGeom>
        </p:spPr>
      </p:pic>
    </p:spTree>
    <p:extLst>
      <p:ext uri="{BB962C8B-B14F-4D97-AF65-F5344CB8AC3E}">
        <p14:creationId xmlns:p14="http://schemas.microsoft.com/office/powerpoint/2010/main" val="32335076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Multi-head Attention in Transformer</a:t>
            </a:r>
          </a:p>
        </p:txBody>
      </p:sp>
      <p:sp>
        <p:nvSpPr>
          <p:cNvPr id="40963" name="Rectangle 3"/>
          <p:cNvSpPr>
            <a:spLocks noGrp="1" noChangeArrowheads="1"/>
          </p:cNvSpPr>
          <p:nvPr>
            <p:ph type="body" idx="4294967295"/>
          </p:nvPr>
        </p:nvSpPr>
        <p:spPr>
          <a:xfrm>
            <a:off x="533400" y="1752600"/>
            <a:ext cx="8077200" cy="5029200"/>
          </a:xfrm>
        </p:spPr>
        <p:txBody>
          <a:bodyPr/>
          <a:lstStyle/>
          <a:p>
            <a:pPr>
              <a:lnSpc>
                <a:spcPct val="90000"/>
              </a:lnSpc>
            </a:pPr>
            <a:r>
              <a:rPr lang="en-US" altLang="zh-CN" dirty="0">
                <a:ea typeface="宋体" charset="-122"/>
              </a:rPr>
              <a:t>One set of (W</a:t>
            </a:r>
            <a:r>
              <a:rPr lang="en-US" altLang="zh-CN" baseline="-25000" dirty="0">
                <a:ea typeface="宋体" charset="-122"/>
              </a:rPr>
              <a:t>Q</a:t>
            </a:r>
            <a:r>
              <a:rPr lang="en-US" altLang="zh-CN" dirty="0">
                <a:ea typeface="宋体" charset="-122"/>
              </a:rPr>
              <a:t>, W</a:t>
            </a:r>
            <a:r>
              <a:rPr lang="en-US" altLang="zh-CN" baseline="-25000" dirty="0">
                <a:ea typeface="宋体" charset="-122"/>
              </a:rPr>
              <a:t>K</a:t>
            </a:r>
            <a:r>
              <a:rPr lang="en-US" altLang="zh-CN" dirty="0">
                <a:ea typeface="宋体" charset="-122"/>
              </a:rPr>
              <a:t>, W</a:t>
            </a:r>
            <a:r>
              <a:rPr lang="en-US" altLang="zh-CN" baseline="-25000" dirty="0">
                <a:ea typeface="宋体" charset="-122"/>
              </a:rPr>
              <a:t>V</a:t>
            </a:r>
            <a:r>
              <a:rPr lang="en-US" altLang="zh-CN" dirty="0">
                <a:ea typeface="宋体" charset="-122"/>
              </a:rPr>
              <a:t>) matrices is called an attention head, and each layer in a transformer model has multiple attention heads. </a:t>
            </a:r>
          </a:p>
          <a:p>
            <a:pPr>
              <a:lnSpc>
                <a:spcPct val="90000"/>
              </a:lnSpc>
            </a:pPr>
            <a:r>
              <a:rPr lang="en-US" altLang="zh-CN" dirty="0">
                <a:ea typeface="宋体" charset="-122"/>
              </a:rPr>
              <a:t>While each attention head attends to the tokens that are relevant to each token, with multiple attention heads the model can do this for different definitions of "relevance". </a:t>
            </a:r>
          </a:p>
          <a:p>
            <a:pPr lvl="1">
              <a:lnSpc>
                <a:spcPct val="90000"/>
              </a:lnSpc>
            </a:pPr>
            <a:r>
              <a:rPr lang="en-US" altLang="zh-CN" dirty="0">
                <a:ea typeface="宋体" charset="-122"/>
              </a:rPr>
              <a:t>For example, some attention heads can attend mostly to the next word, while others mainly attend from verbs to their direct objects. </a:t>
            </a:r>
          </a:p>
          <a:p>
            <a:pPr>
              <a:lnSpc>
                <a:spcPct val="90000"/>
              </a:lnSpc>
            </a:pPr>
            <a:r>
              <a:rPr lang="en-US" altLang="zh-CN" dirty="0">
                <a:ea typeface="宋体" charset="-122"/>
              </a:rPr>
              <a:t>The outputs for the attention layer are concatenated to pass into the feed-forward neural network layers. </a:t>
            </a:r>
          </a:p>
        </p:txBody>
      </p:sp>
      <p:graphicFrame>
        <p:nvGraphicFramePr>
          <p:cNvPr id="10" name="Object 9"/>
          <p:cNvGraphicFramePr>
            <a:graphicFrameLocks noChangeAspect="1"/>
          </p:cNvGraphicFramePr>
          <p:nvPr>
            <p:extLst>
              <p:ext uri="{D42A27DB-BD31-4B8C-83A1-F6EECF244321}">
                <p14:modId xmlns:p14="http://schemas.microsoft.com/office/powerpoint/2010/main" val="3423588402"/>
              </p:ext>
            </p:extLst>
          </p:nvPr>
        </p:nvGraphicFramePr>
        <p:xfrm>
          <a:off x="98425" y="98425"/>
          <a:ext cx="2774950" cy="447675"/>
        </p:xfrm>
        <a:graphic>
          <a:graphicData uri="http://schemas.openxmlformats.org/presentationml/2006/ole">
            <mc:AlternateContent xmlns:mc="http://schemas.openxmlformats.org/markup-compatibility/2006">
              <mc:Choice xmlns:v="urn:schemas-microsoft-com:vml" Requires="v">
                <p:oleObj name="Packager Shell Object" showAsIcon="1" r:id="rId3" imgW="2775600" imgH="448200" progId="Package">
                  <p:embed/>
                </p:oleObj>
              </mc:Choice>
              <mc:Fallback>
                <p:oleObj name="Packager Shell Object" showAsIcon="1" r:id="rId3" imgW="2775600" imgH="448200" progId="Package">
                  <p:embed/>
                  <p:pic>
                    <p:nvPicPr>
                      <p:cNvPr id="10" name="Object 9"/>
                      <p:cNvPicPr/>
                      <p:nvPr/>
                    </p:nvPicPr>
                    <p:blipFill>
                      <a:blip r:embed="rId4"/>
                      <a:stretch>
                        <a:fillRect/>
                      </a:stretch>
                    </p:blipFill>
                    <p:spPr>
                      <a:xfrm>
                        <a:off x="98425" y="98425"/>
                        <a:ext cx="2774950" cy="447675"/>
                      </a:xfrm>
                      <a:prstGeom prst="rect">
                        <a:avLst/>
                      </a:prstGeom>
                    </p:spPr>
                  </p:pic>
                </p:oleObj>
              </mc:Fallback>
            </mc:AlternateContent>
          </a:graphicData>
        </a:graphic>
      </p:graphicFrame>
    </p:spTree>
    <p:extLst>
      <p:ext uri="{BB962C8B-B14F-4D97-AF65-F5344CB8AC3E}">
        <p14:creationId xmlns:p14="http://schemas.microsoft.com/office/powerpoint/2010/main" val="6260927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Encoder/Decoder in Transformer</a:t>
            </a:r>
          </a:p>
        </p:txBody>
      </p:sp>
      <p:sp>
        <p:nvSpPr>
          <p:cNvPr id="40963" name="Rectangle 3"/>
          <p:cNvSpPr>
            <a:spLocks noGrp="1" noChangeArrowheads="1"/>
          </p:cNvSpPr>
          <p:nvPr>
            <p:ph type="body" idx="4294967295"/>
          </p:nvPr>
        </p:nvSpPr>
        <p:spPr>
          <a:xfrm>
            <a:off x="533400" y="1752600"/>
            <a:ext cx="8077200" cy="5029200"/>
          </a:xfrm>
        </p:spPr>
        <p:txBody>
          <a:bodyPr/>
          <a:lstStyle/>
          <a:p>
            <a:pPr>
              <a:lnSpc>
                <a:spcPct val="90000"/>
              </a:lnSpc>
            </a:pPr>
            <a:r>
              <a:rPr lang="en-US" altLang="zh-CN" dirty="0">
                <a:ea typeface="宋体" charset="-122"/>
              </a:rPr>
              <a:t>Each encoder consists of two major components: </a:t>
            </a:r>
          </a:p>
          <a:p>
            <a:pPr lvl="1">
              <a:lnSpc>
                <a:spcPct val="90000"/>
              </a:lnSpc>
            </a:pPr>
            <a:r>
              <a:rPr lang="en-US" altLang="zh-CN" dirty="0">
                <a:ea typeface="宋体" charset="-122"/>
              </a:rPr>
              <a:t>a self-attention mechanism </a:t>
            </a:r>
          </a:p>
          <a:p>
            <a:pPr lvl="1">
              <a:lnSpc>
                <a:spcPct val="90000"/>
              </a:lnSpc>
            </a:pPr>
            <a:r>
              <a:rPr lang="en-US" altLang="zh-CN" dirty="0">
                <a:ea typeface="宋体" charset="-122"/>
              </a:rPr>
              <a:t>a feed-forward neural network</a:t>
            </a:r>
          </a:p>
          <a:p>
            <a:pPr>
              <a:lnSpc>
                <a:spcPct val="90000"/>
              </a:lnSpc>
            </a:pPr>
            <a:r>
              <a:rPr lang="en-US" altLang="zh-CN" dirty="0">
                <a:ea typeface="宋体" charset="-122"/>
              </a:rPr>
              <a:t>Each decoder consists of three major components: </a:t>
            </a:r>
          </a:p>
          <a:p>
            <a:pPr lvl="1">
              <a:lnSpc>
                <a:spcPct val="90000"/>
              </a:lnSpc>
            </a:pPr>
            <a:r>
              <a:rPr lang="en-US" altLang="zh-CN" dirty="0">
                <a:ea typeface="宋体" charset="-122"/>
              </a:rPr>
              <a:t>a self-attention mechanism</a:t>
            </a:r>
          </a:p>
          <a:p>
            <a:pPr lvl="1">
              <a:lnSpc>
                <a:spcPct val="90000"/>
              </a:lnSpc>
            </a:pPr>
            <a:r>
              <a:rPr lang="en-US" altLang="zh-CN" dirty="0">
                <a:ea typeface="宋体" charset="-122"/>
              </a:rPr>
              <a:t>an attention mechanism over the encodings</a:t>
            </a:r>
          </a:p>
          <a:p>
            <a:pPr lvl="1">
              <a:lnSpc>
                <a:spcPct val="90000"/>
              </a:lnSpc>
            </a:pPr>
            <a:r>
              <a:rPr lang="en-US" altLang="zh-CN" dirty="0">
                <a:ea typeface="宋体" charset="-122"/>
              </a:rPr>
              <a:t>a feed-forward neural network. </a:t>
            </a:r>
          </a:p>
        </p:txBody>
      </p:sp>
      <p:graphicFrame>
        <p:nvGraphicFramePr>
          <p:cNvPr id="10" name="Object 9"/>
          <p:cNvGraphicFramePr>
            <a:graphicFrameLocks noChangeAspect="1"/>
          </p:cNvGraphicFramePr>
          <p:nvPr>
            <p:extLst>
              <p:ext uri="{D42A27DB-BD31-4B8C-83A1-F6EECF244321}">
                <p14:modId xmlns:p14="http://schemas.microsoft.com/office/powerpoint/2010/main" val="3423588402"/>
              </p:ext>
            </p:extLst>
          </p:nvPr>
        </p:nvGraphicFramePr>
        <p:xfrm>
          <a:off x="98425" y="98425"/>
          <a:ext cx="2774950" cy="447675"/>
        </p:xfrm>
        <a:graphic>
          <a:graphicData uri="http://schemas.openxmlformats.org/presentationml/2006/ole">
            <mc:AlternateContent xmlns:mc="http://schemas.openxmlformats.org/markup-compatibility/2006">
              <mc:Choice xmlns:v="urn:schemas-microsoft-com:vml" Requires="v">
                <p:oleObj name="Packager Shell Object" showAsIcon="1" r:id="rId3" imgW="2775600" imgH="448200" progId="Package">
                  <p:embed/>
                </p:oleObj>
              </mc:Choice>
              <mc:Fallback>
                <p:oleObj name="Packager Shell Object" showAsIcon="1" r:id="rId3" imgW="2775600" imgH="448200" progId="Package">
                  <p:embed/>
                  <p:pic>
                    <p:nvPicPr>
                      <p:cNvPr id="10" name="Object 9"/>
                      <p:cNvPicPr/>
                      <p:nvPr/>
                    </p:nvPicPr>
                    <p:blipFill>
                      <a:blip r:embed="rId4"/>
                      <a:stretch>
                        <a:fillRect/>
                      </a:stretch>
                    </p:blipFill>
                    <p:spPr>
                      <a:xfrm>
                        <a:off x="98425" y="98425"/>
                        <a:ext cx="2774950" cy="447675"/>
                      </a:xfrm>
                      <a:prstGeom prst="rect">
                        <a:avLst/>
                      </a:prstGeom>
                    </p:spPr>
                  </p:pic>
                </p:oleObj>
              </mc:Fallback>
            </mc:AlternateContent>
          </a:graphicData>
        </a:graphic>
      </p:graphicFrame>
    </p:spTree>
    <p:extLst>
      <p:ext uri="{BB962C8B-B14F-4D97-AF65-F5344CB8AC3E}">
        <p14:creationId xmlns:p14="http://schemas.microsoft.com/office/powerpoint/2010/main" val="6077838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dirty="0">
                <a:ea typeface="宋体" charset="-122"/>
              </a:rPr>
              <a:t>Transformer vs. RNN</a:t>
            </a:r>
          </a:p>
        </p:txBody>
      </p:sp>
      <p:sp>
        <p:nvSpPr>
          <p:cNvPr id="40963" name="Rectangle 3"/>
          <p:cNvSpPr>
            <a:spLocks noGrp="1" noChangeArrowheads="1"/>
          </p:cNvSpPr>
          <p:nvPr>
            <p:ph type="body" idx="4294967295"/>
          </p:nvPr>
        </p:nvSpPr>
        <p:spPr>
          <a:xfrm>
            <a:off x="533400" y="1752600"/>
            <a:ext cx="8077200" cy="5029200"/>
          </a:xfrm>
        </p:spPr>
        <p:txBody>
          <a:bodyPr/>
          <a:lstStyle/>
          <a:p>
            <a:pPr>
              <a:lnSpc>
                <a:spcPct val="90000"/>
              </a:lnSpc>
            </a:pPr>
            <a:r>
              <a:rPr lang="en-US" altLang="zh-CN" dirty="0">
                <a:ea typeface="宋体" charset="-122"/>
              </a:rPr>
              <a:t>In NLP, transformers achieve better performance than RNNs. </a:t>
            </a:r>
          </a:p>
          <a:p>
            <a:pPr>
              <a:lnSpc>
                <a:spcPct val="90000"/>
              </a:lnSpc>
            </a:pPr>
            <a:r>
              <a:rPr lang="en-US" altLang="zh-CN" dirty="0">
                <a:ea typeface="宋体" charset="-122"/>
              </a:rPr>
              <a:t>This is because parallelization allows training transformers on extremely large datasets. This led to the development of </a:t>
            </a:r>
            <a:r>
              <a:rPr lang="en-US" altLang="zh-CN" dirty="0" err="1">
                <a:ea typeface="宋体" charset="-122"/>
              </a:rPr>
              <a:t>pretrained</a:t>
            </a:r>
            <a:r>
              <a:rPr lang="en-US" altLang="zh-CN" dirty="0">
                <a:ea typeface="宋体" charset="-122"/>
              </a:rPr>
              <a:t> systems such as BERT (Bidirectional Encoder Representations from transformers) and GPT (Generative Pre-trained Transformer).</a:t>
            </a:r>
          </a:p>
          <a:p>
            <a:pPr>
              <a:lnSpc>
                <a:spcPct val="90000"/>
              </a:lnSpc>
            </a:pPr>
            <a:r>
              <a:rPr lang="en-US" dirty="0"/>
              <a:t>The pre-trained transformers can be fine-tuned for specific tasks.</a:t>
            </a:r>
            <a:endParaRPr lang="en-US" altLang="zh-CN" dirty="0">
              <a:ea typeface="宋体" charset="-122"/>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3423588402"/>
              </p:ext>
            </p:extLst>
          </p:nvPr>
        </p:nvGraphicFramePr>
        <p:xfrm>
          <a:off x="98425" y="98425"/>
          <a:ext cx="2774950" cy="447675"/>
        </p:xfrm>
        <a:graphic>
          <a:graphicData uri="http://schemas.openxmlformats.org/presentationml/2006/ole">
            <mc:AlternateContent xmlns:mc="http://schemas.openxmlformats.org/markup-compatibility/2006">
              <mc:Choice xmlns:v="urn:schemas-microsoft-com:vml" Requires="v">
                <p:oleObj name="Packager Shell Object" showAsIcon="1" r:id="rId3" imgW="2775600" imgH="448200" progId="Package">
                  <p:embed/>
                </p:oleObj>
              </mc:Choice>
              <mc:Fallback>
                <p:oleObj name="Packager Shell Object" showAsIcon="1" r:id="rId3" imgW="2775600" imgH="448200" progId="Package">
                  <p:embed/>
                  <p:pic>
                    <p:nvPicPr>
                      <p:cNvPr id="10" name="Object 9"/>
                      <p:cNvPicPr/>
                      <p:nvPr/>
                    </p:nvPicPr>
                    <p:blipFill>
                      <a:blip r:embed="rId4"/>
                      <a:stretch>
                        <a:fillRect/>
                      </a:stretch>
                    </p:blipFill>
                    <p:spPr>
                      <a:xfrm>
                        <a:off x="98425" y="98425"/>
                        <a:ext cx="2774950" cy="447675"/>
                      </a:xfrm>
                      <a:prstGeom prst="rect">
                        <a:avLst/>
                      </a:prstGeom>
                    </p:spPr>
                  </p:pic>
                </p:oleObj>
              </mc:Fallback>
            </mc:AlternateContent>
          </a:graphicData>
        </a:graphic>
      </p:graphicFrame>
    </p:spTree>
    <p:extLst>
      <p:ext uri="{BB962C8B-B14F-4D97-AF65-F5344CB8AC3E}">
        <p14:creationId xmlns:p14="http://schemas.microsoft.com/office/powerpoint/2010/main" val="7356111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a:xfrm>
            <a:off x="685800" y="0"/>
            <a:ext cx="7772400" cy="1143000"/>
          </a:xfrm>
        </p:spPr>
        <p:txBody>
          <a:bodyPr/>
          <a:lstStyle/>
          <a:p>
            <a:r>
              <a:rPr lang="en-US" altLang="zh-CN" sz="3600">
                <a:ea typeface="宋体" charset="-122"/>
              </a:rPr>
              <a:t>Reading Assignment</a:t>
            </a:r>
          </a:p>
        </p:txBody>
      </p:sp>
      <p:sp>
        <p:nvSpPr>
          <p:cNvPr id="40963" name="Rectangle 3"/>
          <p:cNvSpPr>
            <a:spLocks noGrp="1" noChangeArrowheads="1"/>
          </p:cNvSpPr>
          <p:nvPr>
            <p:ph type="body" idx="4294967295"/>
          </p:nvPr>
        </p:nvSpPr>
        <p:spPr>
          <a:xfrm>
            <a:off x="533400" y="1752600"/>
            <a:ext cx="8077200" cy="4495800"/>
          </a:xfrm>
        </p:spPr>
        <p:txBody>
          <a:bodyPr/>
          <a:lstStyle/>
          <a:p>
            <a:pPr>
              <a:lnSpc>
                <a:spcPct val="90000"/>
              </a:lnSpc>
            </a:pPr>
            <a:r>
              <a:rPr lang="en-US" altLang="zh-CN" dirty="0">
                <a:ea typeface="宋体" charset="-122"/>
              </a:rPr>
              <a:t>Magnus, Jan R., and Heinz </a:t>
            </a:r>
            <a:r>
              <a:rPr lang="en-US" altLang="zh-CN" dirty="0" err="1">
                <a:ea typeface="宋体" charset="-122"/>
              </a:rPr>
              <a:t>Neudecker</a:t>
            </a:r>
            <a:r>
              <a:rPr lang="en-US" altLang="zh-CN" dirty="0">
                <a:ea typeface="宋体" charset="-122"/>
              </a:rPr>
              <a:t>, “Matrix differential calculus with applications in statistics and econometrics,” John Wiley &amp; Sons, 2019.</a:t>
            </a:r>
          </a:p>
          <a:p>
            <a:pPr>
              <a:lnSpc>
                <a:spcPct val="90000"/>
              </a:lnSpc>
            </a:pPr>
            <a:r>
              <a:rPr lang="en-US" altLang="zh-CN" dirty="0">
                <a:ea typeface="宋体" charset="-122"/>
              </a:rPr>
              <a:t>Xian-Da Zhang, “Matrix Analysis and Application,” Cambridge University Press, 2017 </a:t>
            </a:r>
          </a:p>
        </p:txBody>
      </p:sp>
    </p:spTree>
    <p:extLst>
      <p:ext uri="{BB962C8B-B14F-4D97-AF65-F5344CB8AC3E}">
        <p14:creationId xmlns:p14="http://schemas.microsoft.com/office/powerpoint/2010/main" val="1059432608"/>
      </p:ext>
    </p:extLst>
  </p:cSld>
  <p:clrMapOvr>
    <a:masterClrMapping/>
  </p:clrMapOvr>
</p:sld>
</file>

<file path=ppt/theme/theme1.xml><?xml version="1.0" encoding="utf-8"?>
<a:theme xmlns:a="http://schemas.openxmlformats.org/drawingml/2006/main" name="custom1">
  <a:themeElements>
    <a:clrScheme name="custom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custom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custom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custom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custom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custom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custom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custom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custom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1">
  <a:themeElements>
    <a:clrScheme name="custom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custom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custom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custom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custom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custom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custom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custom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custom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1">
  <a:themeElements>
    <a:clrScheme name="custom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custom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custom1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custom1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custom1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custom1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custom1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custom1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custom1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Office\Templates\custom1.pot</Template>
  <TotalTime>45908</TotalTime>
  <Words>2746</Words>
  <Application>Microsoft Office PowerPoint</Application>
  <PresentationFormat>Letter Paper (8.5x11 in)</PresentationFormat>
  <Paragraphs>400</Paragraphs>
  <Slides>55</Slides>
  <Notes>54</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55</vt:i4>
      </vt:variant>
    </vt:vector>
  </HeadingPairs>
  <TitlesOfParts>
    <vt:vector size="64" baseType="lpstr">
      <vt:lpstr>Arial</vt:lpstr>
      <vt:lpstr>Cambria Math</vt:lpstr>
      <vt:lpstr>Tahoma</vt:lpstr>
      <vt:lpstr>Times New Roman</vt:lpstr>
      <vt:lpstr>Wingdings</vt:lpstr>
      <vt:lpstr>custom1</vt:lpstr>
      <vt:lpstr>1_custom1</vt:lpstr>
      <vt:lpstr>2_custom1</vt:lpstr>
      <vt:lpstr>Packager Shell Object</vt:lpstr>
      <vt:lpstr> CS 5187: Vision and Image Lecture 3 Deep Learning</vt:lpstr>
      <vt:lpstr>Outline</vt:lpstr>
      <vt:lpstr>Why Deep Learning?</vt:lpstr>
      <vt:lpstr>Outline</vt:lpstr>
      <vt:lpstr>Deep Neural Networks (DNN)</vt:lpstr>
      <vt:lpstr>Structure of MLP</vt:lpstr>
      <vt:lpstr>Back-propagation Algorithm (1)</vt:lpstr>
      <vt:lpstr>Back-propagation Algorithm (2)</vt:lpstr>
      <vt:lpstr>Back-propagation Algorithm (3)</vt:lpstr>
      <vt:lpstr>Example 1</vt:lpstr>
      <vt:lpstr>Example 1 (cont’d)</vt:lpstr>
      <vt:lpstr>Example 1 (cont’d)</vt:lpstr>
      <vt:lpstr>Challenges with MLP</vt:lpstr>
      <vt:lpstr>Why Vanishing Gradient?</vt:lpstr>
      <vt:lpstr>Deep Learning – Early Phase</vt:lpstr>
      <vt:lpstr>Deep Belief Network (DBN)</vt:lpstr>
      <vt:lpstr>Deep Auto-Encoder (AE)</vt:lpstr>
      <vt:lpstr>Dimension Reduction via AE </vt:lpstr>
      <vt:lpstr>Performance of AE </vt:lpstr>
      <vt:lpstr>How to improve DNN?</vt:lpstr>
      <vt:lpstr>Dropout (a.k.a. Dilution)</vt:lpstr>
      <vt:lpstr>Dropout Neural Network Model (1)</vt:lpstr>
      <vt:lpstr>Dropout Neural Network Model (2)</vt:lpstr>
      <vt:lpstr>Dropout Neural Network Model (3)</vt:lpstr>
      <vt:lpstr>Dropout Neural Network Model (4)</vt:lpstr>
      <vt:lpstr>Batch Normalization (1)</vt:lpstr>
      <vt:lpstr>Batch Normalization (2)</vt:lpstr>
      <vt:lpstr>Batch Normalization (3)</vt:lpstr>
      <vt:lpstr>Batch Normalization (4)</vt:lpstr>
      <vt:lpstr>Training Batch Normalized Network</vt:lpstr>
      <vt:lpstr>Outline</vt:lpstr>
      <vt:lpstr>Convolutional Neural Network (CNN)</vt:lpstr>
      <vt:lpstr>PowerPoint Presentation</vt:lpstr>
      <vt:lpstr>Examples of CNN</vt:lpstr>
      <vt:lpstr>Outline</vt:lpstr>
      <vt:lpstr>Recurrent Neural Network (RNN)</vt:lpstr>
      <vt:lpstr>Vanishing/Exploding Gradient  Both Temporally and Spatially</vt:lpstr>
      <vt:lpstr>Why, again?</vt:lpstr>
      <vt:lpstr>Long Short Term Memory</vt:lpstr>
      <vt:lpstr>Sequence-to-sequence (Seq2seq)</vt:lpstr>
      <vt:lpstr>Seq2seq Applications</vt:lpstr>
      <vt:lpstr>End-to-end (E2E) Training</vt:lpstr>
      <vt:lpstr>An Example of E2E Training</vt:lpstr>
      <vt:lpstr>Outline</vt:lpstr>
      <vt:lpstr>Attention Mechanism in AI</vt:lpstr>
      <vt:lpstr>English-to-French Translation Example</vt:lpstr>
      <vt:lpstr>Transformer (1)</vt:lpstr>
      <vt:lpstr>Transformer (2)</vt:lpstr>
      <vt:lpstr>Transformer (3)</vt:lpstr>
      <vt:lpstr>Transformer (4)</vt:lpstr>
      <vt:lpstr>Transformer (5)</vt:lpstr>
      <vt:lpstr>Multi-head Attention in Transformer</vt:lpstr>
      <vt:lpstr>Encoder/Decoder in Transformer</vt:lpstr>
      <vt:lpstr>Transformer vs. RNN</vt:lpstr>
      <vt:lpstr>Reading Assignment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CS 5187: Vision and Image Lecture 3 Deep Learning</dc:title>
  <cp:lastModifiedBy>Prof. WU Dapeng</cp:lastModifiedBy>
  <cp:revision>560</cp:revision>
  <dcterms:created xsi:type="dcterms:W3CDTF">2001-01-14T05:54:17Z</dcterms:created>
  <dcterms:modified xsi:type="dcterms:W3CDTF">2025-09-18T10:44:22Z</dcterms:modified>
</cp:coreProperties>
</file>