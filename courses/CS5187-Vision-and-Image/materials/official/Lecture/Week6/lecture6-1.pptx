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1"/>
  </p:notesMasterIdLst>
  <p:handoutMasterIdLst>
    <p:handoutMasterId r:id="rId22"/>
  </p:handoutMasterIdLst>
  <p:sldIdLst>
    <p:sldId id="498" r:id="rId3"/>
    <p:sldId id="518" r:id="rId4"/>
    <p:sldId id="522" r:id="rId5"/>
    <p:sldId id="519" r:id="rId6"/>
    <p:sldId id="520" r:id="rId7"/>
    <p:sldId id="521" r:id="rId8"/>
    <p:sldId id="523" r:id="rId9"/>
    <p:sldId id="524" r:id="rId10"/>
    <p:sldId id="464" r:id="rId11"/>
    <p:sldId id="525" r:id="rId12"/>
    <p:sldId id="465" r:id="rId13"/>
    <p:sldId id="505" r:id="rId14"/>
    <p:sldId id="506" r:id="rId15"/>
    <p:sldId id="507" r:id="rId16"/>
    <p:sldId id="508" r:id="rId17"/>
    <p:sldId id="509" r:id="rId18"/>
    <p:sldId id="511" r:id="rId19"/>
    <p:sldId id="512" r:id="rId20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94" autoAdjust="0"/>
    <p:restoredTop sz="94422" autoAdjust="0"/>
  </p:normalViewPr>
  <p:slideViewPr>
    <p:cSldViewPr>
      <p:cViewPr varScale="1">
        <p:scale>
          <a:sx n="62" d="100"/>
          <a:sy n="62" d="100"/>
        </p:scale>
        <p:origin x="1456" y="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of. WU Dapeng" userId="766581d8-4b49-4c74-b70d-570e2257b99b" providerId="ADAL" clId="{483DE3C8-C2A2-4F90-9A8D-C80A76AE1234}"/>
    <pc:docChg chg="undo custSel addSld delSld modSld sldOrd">
      <pc:chgData name="Prof. WU Dapeng" userId="766581d8-4b49-4c74-b70d-570e2257b99b" providerId="ADAL" clId="{483DE3C8-C2A2-4F90-9A8D-C80A76AE1234}" dt="2023-02-24T09:01:20.989" v="178" actId="6549"/>
      <pc:docMkLst>
        <pc:docMk/>
      </pc:docMkLst>
      <pc:sldChg chg="modSp add mod ord">
        <pc:chgData name="Prof. WU Dapeng" userId="766581d8-4b49-4c74-b70d-570e2257b99b" providerId="ADAL" clId="{483DE3C8-C2A2-4F90-9A8D-C80A76AE1234}" dt="2023-02-24T09:01:20.989" v="178" actId="6549"/>
        <pc:sldMkLst>
          <pc:docMk/>
          <pc:sldMk cId="0" sldId="498"/>
        </pc:sldMkLst>
        <pc:spChg chg="mod">
          <ac:chgData name="Prof. WU Dapeng" userId="766581d8-4b49-4c74-b70d-570e2257b99b" providerId="ADAL" clId="{483DE3C8-C2A2-4F90-9A8D-C80A76AE1234}" dt="2023-02-24T09:01:20.989" v="178" actId="6549"/>
          <ac:spMkLst>
            <pc:docMk/>
            <pc:sldMk cId="0" sldId="498"/>
            <ac:spMk id="6147" creationId="{5BE92627-13FA-5965-1CCF-590FF9EDF749}"/>
          </ac:spMkLst>
        </pc:spChg>
      </pc:sldChg>
      <pc:sldChg chg="modSp">
        <pc:chgData name="Prof. WU Dapeng" userId="766581d8-4b49-4c74-b70d-570e2257b99b" providerId="ADAL" clId="{483DE3C8-C2A2-4F90-9A8D-C80A76AE1234}" dt="2023-02-22T06:59:05.918" v="32" actId="20577"/>
        <pc:sldMkLst>
          <pc:docMk/>
          <pc:sldMk cId="3737132273" sldId="505"/>
        </pc:sldMkLst>
        <pc:spChg chg="mod">
          <ac:chgData name="Prof. WU Dapeng" userId="766581d8-4b49-4c74-b70d-570e2257b99b" providerId="ADAL" clId="{483DE3C8-C2A2-4F90-9A8D-C80A76AE1234}" dt="2023-02-22T06:59:05.918" v="32" actId="20577"/>
          <ac:spMkLst>
            <pc:docMk/>
            <pc:sldMk cId="3737132273" sldId="505"/>
            <ac:spMk id="3" creationId="{00000000-0000-0000-0000-000000000000}"/>
          </ac:spMkLst>
        </pc:spChg>
      </pc:sldChg>
      <pc:sldChg chg="modSp mod">
        <pc:chgData name="Prof. WU Dapeng" userId="766581d8-4b49-4c74-b70d-570e2257b99b" providerId="ADAL" clId="{483DE3C8-C2A2-4F90-9A8D-C80A76AE1234}" dt="2023-02-22T07:02:27.281" v="177" actId="20577"/>
        <pc:sldMkLst>
          <pc:docMk/>
          <pc:sldMk cId="1283633139" sldId="509"/>
        </pc:sldMkLst>
        <pc:spChg chg="mod">
          <ac:chgData name="Prof. WU Dapeng" userId="766581d8-4b49-4c74-b70d-570e2257b99b" providerId="ADAL" clId="{483DE3C8-C2A2-4F90-9A8D-C80A76AE1234}" dt="2023-02-22T07:02:27.281" v="177" actId="20577"/>
          <ac:spMkLst>
            <pc:docMk/>
            <pc:sldMk cId="1283633139" sldId="509"/>
            <ac:spMk id="16" creationId="{00000000-0000-0000-0000-000000000000}"/>
          </ac:spMkLst>
        </pc:spChg>
      </pc:sldChg>
      <pc:sldChg chg="add del">
        <pc:chgData name="Prof. WU Dapeng" userId="766581d8-4b49-4c74-b70d-570e2257b99b" providerId="ADAL" clId="{483DE3C8-C2A2-4F90-9A8D-C80A76AE1234}" dt="2023-02-22T06:52:37.183" v="27" actId="47"/>
        <pc:sldMkLst>
          <pc:docMk/>
          <pc:sldMk cId="3658009679" sldId="518"/>
        </pc:sldMkLst>
      </pc:sldChg>
      <pc:sldChg chg="add del">
        <pc:chgData name="Prof. WU Dapeng" userId="766581d8-4b49-4c74-b70d-570e2257b99b" providerId="ADAL" clId="{483DE3C8-C2A2-4F90-9A8D-C80A76AE1234}" dt="2023-02-22T06:52:36.288" v="26" actId="47"/>
        <pc:sldMkLst>
          <pc:docMk/>
          <pc:sldMk cId="2139367706" sldId="522"/>
        </pc:sldMkLst>
      </pc:sldChg>
      <pc:sldChg chg="modSp mod">
        <pc:chgData name="Prof. WU Dapeng" userId="766581d8-4b49-4c74-b70d-570e2257b99b" providerId="ADAL" clId="{483DE3C8-C2A2-4F90-9A8D-C80A76AE1234}" dt="2023-02-22T03:38:47.499" v="22" actId="20577"/>
        <pc:sldMkLst>
          <pc:docMk/>
          <pc:sldMk cId="3070047310" sldId="524"/>
        </pc:sldMkLst>
        <pc:spChg chg="mod">
          <ac:chgData name="Prof. WU Dapeng" userId="766581d8-4b49-4c74-b70d-570e2257b99b" providerId="ADAL" clId="{483DE3C8-C2A2-4F90-9A8D-C80A76AE1234}" dt="2023-02-22T03:38:47.499" v="22" actId="20577"/>
          <ac:spMkLst>
            <pc:docMk/>
            <pc:sldMk cId="3070047310" sldId="524"/>
            <ac:spMk id="7" creationId="{00000000-0000-0000-0000-000000000000}"/>
          </ac:spMkLst>
        </pc:spChg>
      </pc:sldChg>
      <pc:sldChg chg="del">
        <pc:chgData name="Prof. WU Dapeng" userId="766581d8-4b49-4c74-b70d-570e2257b99b" providerId="ADAL" clId="{483DE3C8-C2A2-4F90-9A8D-C80A76AE1234}" dt="2023-02-22T04:02:01.990" v="23" actId="2696"/>
        <pc:sldMkLst>
          <pc:docMk/>
          <pc:sldMk cId="3983035336" sldId="525"/>
        </pc:sldMkLst>
      </pc:sldChg>
    </pc:docChg>
  </pc:docChgLst>
  <pc:docChgLst>
    <pc:chgData name="Prof. WU Dapeng" userId="766581d8-4b49-4c74-b70d-570e2257b99b" providerId="ADAL" clId="{E8AE0401-B0F6-479E-A347-B4B1CECF70A9}"/>
    <pc:docChg chg="modSld">
      <pc:chgData name="Prof. WU Dapeng" userId="766581d8-4b49-4c74-b70d-570e2257b99b" providerId="ADAL" clId="{E8AE0401-B0F6-479E-A347-B4B1CECF70A9}" dt="2023-08-27T19:45:36.146" v="0"/>
      <pc:docMkLst>
        <pc:docMk/>
      </pc:docMkLst>
      <pc:sldChg chg="modSp mod">
        <pc:chgData name="Prof. WU Dapeng" userId="766581d8-4b49-4c74-b70d-570e2257b99b" providerId="ADAL" clId="{E8AE0401-B0F6-479E-A347-B4B1CECF70A9}" dt="2023-08-27T19:45:36.146" v="0"/>
        <pc:sldMkLst>
          <pc:docMk/>
          <pc:sldMk cId="0" sldId="498"/>
        </pc:sldMkLst>
        <pc:spChg chg="mod">
          <ac:chgData name="Prof. WU Dapeng" userId="766581d8-4b49-4c74-b70d-570e2257b99b" providerId="ADAL" clId="{E8AE0401-B0F6-479E-A347-B4B1CECF70A9}" dt="2023-08-27T19:45:36.146" v="0"/>
          <ac:spMkLst>
            <pc:docMk/>
            <pc:sldMk cId="0" sldId="498"/>
            <ac:spMk id="6146" creationId="{755B4B3F-1C3D-927E-1ED2-99274895B418}"/>
          </ac:spMkLst>
        </pc:spChg>
      </pc:sldChg>
    </pc:docChg>
  </pc:docChgLst>
  <pc:docChgLst>
    <pc:chgData name="Dapeng" userId="766581d8-4b49-4c74-b70d-570e2257b99b" providerId="ADAL" clId="{C04068C7-B10C-4A7B-BD36-D194F61CEAC6}"/>
    <pc:docChg chg="custSel modSld">
      <pc:chgData name="Dapeng" userId="766581d8-4b49-4c74-b70d-570e2257b99b" providerId="ADAL" clId="{C04068C7-B10C-4A7B-BD36-D194F61CEAC6}" dt="2024-10-14T10:16:41.797" v="249" actId="20577"/>
      <pc:docMkLst>
        <pc:docMk/>
      </pc:docMkLst>
      <pc:sldChg chg="modSp mod">
        <pc:chgData name="Dapeng" userId="766581d8-4b49-4c74-b70d-570e2257b99b" providerId="ADAL" clId="{C04068C7-B10C-4A7B-BD36-D194F61CEAC6}" dt="2024-10-14T07:48:30.493" v="71" actId="14100"/>
        <pc:sldMkLst>
          <pc:docMk/>
          <pc:sldMk cId="0" sldId="464"/>
        </pc:sldMkLst>
        <pc:spChg chg="mod">
          <ac:chgData name="Dapeng" userId="766581d8-4b49-4c74-b70d-570e2257b99b" providerId="ADAL" clId="{C04068C7-B10C-4A7B-BD36-D194F61CEAC6}" dt="2024-10-14T07:48:30.493" v="71" actId="14100"/>
          <ac:spMkLst>
            <pc:docMk/>
            <pc:sldMk cId="0" sldId="464"/>
            <ac:spMk id="68612" creationId="{00000000-0000-0000-0000-000000000000}"/>
          </ac:spMkLst>
        </pc:spChg>
      </pc:sldChg>
      <pc:sldChg chg="modSp modAnim">
        <pc:chgData name="Dapeng" userId="766581d8-4b49-4c74-b70d-570e2257b99b" providerId="ADAL" clId="{C04068C7-B10C-4A7B-BD36-D194F61CEAC6}" dt="2024-10-14T10:14:15.338" v="238"/>
        <pc:sldMkLst>
          <pc:docMk/>
          <pc:sldMk cId="3737132273" sldId="505"/>
        </pc:sldMkLst>
        <pc:spChg chg="mod">
          <ac:chgData name="Dapeng" userId="766581d8-4b49-4c74-b70d-570e2257b99b" providerId="ADAL" clId="{C04068C7-B10C-4A7B-BD36-D194F61CEAC6}" dt="2024-10-14T10:09:49.256" v="226" actId="20577"/>
          <ac:spMkLst>
            <pc:docMk/>
            <pc:sldMk cId="3737132273" sldId="505"/>
            <ac:spMk id="3" creationId="{00000000-0000-0000-0000-000000000000}"/>
          </ac:spMkLst>
        </pc:spChg>
      </pc:sldChg>
      <pc:sldChg chg="modAnim">
        <pc:chgData name="Dapeng" userId="766581d8-4b49-4c74-b70d-570e2257b99b" providerId="ADAL" clId="{C04068C7-B10C-4A7B-BD36-D194F61CEAC6}" dt="2024-10-14T10:13:55.202" v="234"/>
        <pc:sldMkLst>
          <pc:docMk/>
          <pc:sldMk cId="1683913138" sldId="507"/>
        </pc:sldMkLst>
      </pc:sldChg>
      <pc:sldChg chg="modSp modAnim">
        <pc:chgData name="Dapeng" userId="766581d8-4b49-4c74-b70d-570e2257b99b" providerId="ADAL" clId="{C04068C7-B10C-4A7B-BD36-D194F61CEAC6}" dt="2024-10-14T10:15:27.900" v="245" actId="20577"/>
        <pc:sldMkLst>
          <pc:docMk/>
          <pc:sldMk cId="1988610200" sldId="508"/>
        </pc:sldMkLst>
        <pc:spChg chg="mod">
          <ac:chgData name="Dapeng" userId="766581d8-4b49-4c74-b70d-570e2257b99b" providerId="ADAL" clId="{C04068C7-B10C-4A7B-BD36-D194F61CEAC6}" dt="2024-10-14T10:15:27.900" v="245" actId="20577"/>
          <ac:spMkLst>
            <pc:docMk/>
            <pc:sldMk cId="1988610200" sldId="508"/>
            <ac:spMk id="71683" creationId="{00000000-0000-0000-0000-000000000000}"/>
          </ac:spMkLst>
        </pc:spChg>
      </pc:sldChg>
      <pc:sldChg chg="modSp mod">
        <pc:chgData name="Dapeng" userId="766581d8-4b49-4c74-b70d-570e2257b99b" providerId="ADAL" clId="{C04068C7-B10C-4A7B-BD36-D194F61CEAC6}" dt="2024-10-14T10:16:41.797" v="249" actId="20577"/>
        <pc:sldMkLst>
          <pc:docMk/>
          <pc:sldMk cId="1283633139" sldId="509"/>
        </pc:sldMkLst>
        <pc:spChg chg="mod">
          <ac:chgData name="Dapeng" userId="766581d8-4b49-4c74-b70d-570e2257b99b" providerId="ADAL" clId="{C04068C7-B10C-4A7B-BD36-D194F61CEAC6}" dt="2024-10-14T10:16:41.797" v="249" actId="20577"/>
          <ac:spMkLst>
            <pc:docMk/>
            <pc:sldMk cId="1283633139" sldId="509"/>
            <ac:spMk id="16" creationId="{00000000-0000-0000-0000-000000000000}"/>
          </ac:spMkLst>
        </pc:spChg>
      </pc:sldChg>
      <pc:sldChg chg="modAnim">
        <pc:chgData name="Dapeng" userId="766581d8-4b49-4c74-b70d-570e2257b99b" providerId="ADAL" clId="{C04068C7-B10C-4A7B-BD36-D194F61CEAC6}" dt="2024-10-14T10:14:41.603" v="240"/>
        <pc:sldMkLst>
          <pc:docMk/>
          <pc:sldMk cId="1914115450" sldId="511"/>
        </pc:sldMkLst>
      </pc:sldChg>
      <pc:sldChg chg="modAnim">
        <pc:chgData name="Dapeng" userId="766581d8-4b49-4c74-b70d-570e2257b99b" providerId="ADAL" clId="{C04068C7-B10C-4A7B-BD36-D194F61CEAC6}" dt="2024-10-14T10:14:52.133" v="242"/>
        <pc:sldMkLst>
          <pc:docMk/>
          <pc:sldMk cId="1233336090" sldId="512"/>
        </pc:sldMkLst>
      </pc:sldChg>
      <pc:sldChg chg="modSp mod">
        <pc:chgData name="Dapeng" userId="766581d8-4b49-4c74-b70d-570e2257b99b" providerId="ADAL" clId="{C04068C7-B10C-4A7B-BD36-D194F61CEAC6}" dt="2024-10-14T10:06:10.810" v="225" actId="20577"/>
        <pc:sldMkLst>
          <pc:docMk/>
          <pc:sldMk cId="2707611759" sldId="519"/>
        </pc:sldMkLst>
        <pc:spChg chg="mod">
          <ac:chgData name="Dapeng" userId="766581d8-4b49-4c74-b70d-570e2257b99b" providerId="ADAL" clId="{C04068C7-B10C-4A7B-BD36-D194F61CEAC6}" dt="2024-10-14T10:06:10.810" v="225" actId="20577"/>
          <ac:spMkLst>
            <pc:docMk/>
            <pc:sldMk cId="2707611759" sldId="519"/>
            <ac:spMk id="3" creationId="{81F0BEED-A71D-E745-A2E3-75BE7895413B}"/>
          </ac:spMkLst>
        </pc:spChg>
      </pc:sldChg>
    </pc:docChg>
  </pc:docChgLst>
  <pc:docChgLst>
    <pc:chgData name="Dapeng" userId="766581d8-4b49-4c74-b70d-570e2257b99b" providerId="ADAL" clId="{63C46265-C162-4127-B636-D181A2E70B86}"/>
    <pc:docChg chg="modSld">
      <pc:chgData name="Dapeng" userId="766581d8-4b49-4c74-b70d-570e2257b99b" providerId="ADAL" clId="{63C46265-C162-4127-B636-D181A2E70B86}" dt="2024-08-31T07:00:11.852" v="3" actId="20577"/>
      <pc:docMkLst>
        <pc:docMk/>
      </pc:docMkLst>
      <pc:sldChg chg="modSp mod">
        <pc:chgData name="Dapeng" userId="766581d8-4b49-4c74-b70d-570e2257b99b" providerId="ADAL" clId="{63C46265-C162-4127-B636-D181A2E70B86}" dt="2024-08-31T07:00:11.852" v="3" actId="20577"/>
        <pc:sldMkLst>
          <pc:docMk/>
          <pc:sldMk cId="0" sldId="498"/>
        </pc:sldMkLst>
        <pc:spChg chg="mod">
          <ac:chgData name="Dapeng" userId="766581d8-4b49-4c74-b70d-570e2257b99b" providerId="ADAL" clId="{63C46265-C162-4127-B636-D181A2E70B86}" dt="2024-08-31T07:00:11.852" v="3" actId="20577"/>
          <ac:spMkLst>
            <pc:docMk/>
            <pc:sldMk cId="0" sldId="498"/>
            <ac:spMk id="6146" creationId="{755B4B3F-1C3D-927E-1ED2-99274895B418}"/>
          </ac:spMkLst>
        </pc:spChg>
      </pc:sldChg>
    </pc:docChg>
  </pc:docChgLst>
  <pc:docChgLst>
    <pc:chgData name="Prof. WU Dapeng" userId="766581d8-4b49-4c74-b70d-570e2257b99b" providerId="ADAL" clId="{6947C113-62BF-429E-A200-CFE6C5CE1954}"/>
    <pc:docChg chg="undo custSel addSld modSld">
      <pc:chgData name="Prof. WU Dapeng" userId="766581d8-4b49-4c74-b70d-570e2257b99b" providerId="ADAL" clId="{6947C113-62BF-429E-A200-CFE6C5CE1954}" dt="2025-10-04T10:37:59.959" v="239" actId="20577"/>
      <pc:docMkLst>
        <pc:docMk/>
      </pc:docMkLst>
      <pc:sldChg chg="modSp mod">
        <pc:chgData name="Prof. WU Dapeng" userId="766581d8-4b49-4c74-b70d-570e2257b99b" providerId="ADAL" clId="{6947C113-62BF-429E-A200-CFE6C5CE1954}" dt="2025-10-04T10:37:34.622" v="238" actId="20577"/>
        <pc:sldMkLst>
          <pc:docMk/>
          <pc:sldMk cId="0" sldId="464"/>
        </pc:sldMkLst>
        <pc:spChg chg="mod">
          <ac:chgData name="Prof. WU Dapeng" userId="766581d8-4b49-4c74-b70d-570e2257b99b" providerId="ADAL" clId="{6947C113-62BF-429E-A200-CFE6C5CE1954}" dt="2025-10-04T10:37:34.622" v="238" actId="20577"/>
          <ac:spMkLst>
            <pc:docMk/>
            <pc:sldMk cId="0" sldId="464"/>
            <ac:spMk id="68612" creationId="{00000000-0000-0000-0000-000000000000}"/>
          </ac:spMkLst>
        </pc:spChg>
      </pc:sldChg>
      <pc:sldChg chg="modSp mod">
        <pc:chgData name="Prof. WU Dapeng" userId="766581d8-4b49-4c74-b70d-570e2257b99b" providerId="ADAL" clId="{6947C113-62BF-429E-A200-CFE6C5CE1954}" dt="2025-10-03T09:58:30.416" v="3" actId="20577"/>
        <pc:sldMkLst>
          <pc:docMk/>
          <pc:sldMk cId="0" sldId="498"/>
        </pc:sldMkLst>
        <pc:spChg chg="mod">
          <ac:chgData name="Prof. WU Dapeng" userId="766581d8-4b49-4c74-b70d-570e2257b99b" providerId="ADAL" clId="{6947C113-62BF-429E-A200-CFE6C5CE1954}" dt="2025-10-03T09:58:30.416" v="3" actId="20577"/>
          <ac:spMkLst>
            <pc:docMk/>
            <pc:sldMk cId="0" sldId="498"/>
            <ac:spMk id="6146" creationId="{755B4B3F-1C3D-927E-1ED2-99274895B418}"/>
          </ac:spMkLst>
        </pc:spChg>
      </pc:sldChg>
      <pc:sldChg chg="modSp mod">
        <pc:chgData name="Prof. WU Dapeng" userId="766581d8-4b49-4c74-b70d-570e2257b99b" providerId="ADAL" clId="{6947C113-62BF-429E-A200-CFE6C5CE1954}" dt="2025-10-04T10:30:36.126" v="148" actId="20577"/>
        <pc:sldMkLst>
          <pc:docMk/>
          <pc:sldMk cId="3737132273" sldId="505"/>
        </pc:sldMkLst>
        <pc:spChg chg="mod">
          <ac:chgData name="Prof. WU Dapeng" userId="766581d8-4b49-4c74-b70d-570e2257b99b" providerId="ADAL" clId="{6947C113-62BF-429E-A200-CFE6C5CE1954}" dt="2025-10-04T10:30:36.126" v="148" actId="20577"/>
          <ac:spMkLst>
            <pc:docMk/>
            <pc:sldMk cId="3737132273" sldId="505"/>
            <ac:spMk id="3" creationId="{00000000-0000-0000-0000-000000000000}"/>
          </ac:spMkLst>
        </pc:spChg>
      </pc:sldChg>
      <pc:sldChg chg="modSp mod">
        <pc:chgData name="Prof. WU Dapeng" userId="766581d8-4b49-4c74-b70d-570e2257b99b" providerId="ADAL" clId="{6947C113-62BF-429E-A200-CFE6C5CE1954}" dt="2025-10-04T10:24:37.027" v="116" actId="14100"/>
        <pc:sldMkLst>
          <pc:docMk/>
          <pc:sldMk cId="1340803769" sldId="523"/>
        </pc:sldMkLst>
        <pc:spChg chg="mod">
          <ac:chgData name="Prof. WU Dapeng" userId="766581d8-4b49-4c74-b70d-570e2257b99b" providerId="ADAL" clId="{6947C113-62BF-429E-A200-CFE6C5CE1954}" dt="2025-10-04T10:24:37.027" v="116" actId="14100"/>
          <ac:spMkLst>
            <pc:docMk/>
            <pc:sldMk cId="1340803769" sldId="523"/>
            <ac:spMk id="6" creationId="{00000000-0000-0000-0000-000000000000}"/>
          </ac:spMkLst>
        </pc:spChg>
      </pc:sldChg>
      <pc:sldChg chg="modSp mod">
        <pc:chgData name="Prof. WU Dapeng" userId="766581d8-4b49-4c74-b70d-570e2257b99b" providerId="ADAL" clId="{6947C113-62BF-429E-A200-CFE6C5CE1954}" dt="2025-10-04T10:36:15.829" v="237" actId="20577"/>
        <pc:sldMkLst>
          <pc:docMk/>
          <pc:sldMk cId="3070047310" sldId="524"/>
        </pc:sldMkLst>
        <pc:spChg chg="mod">
          <ac:chgData name="Prof. WU Dapeng" userId="766581d8-4b49-4c74-b70d-570e2257b99b" providerId="ADAL" clId="{6947C113-62BF-429E-A200-CFE6C5CE1954}" dt="2025-10-04T10:36:15.829" v="237" actId="20577"/>
          <ac:spMkLst>
            <pc:docMk/>
            <pc:sldMk cId="3070047310" sldId="524"/>
            <ac:spMk id="7" creationId="{00000000-0000-0000-0000-000000000000}"/>
          </ac:spMkLst>
        </pc:spChg>
      </pc:sldChg>
      <pc:sldChg chg="delSp modSp add mod">
        <pc:chgData name="Prof. WU Dapeng" userId="766581d8-4b49-4c74-b70d-570e2257b99b" providerId="ADAL" clId="{6947C113-62BF-429E-A200-CFE6C5CE1954}" dt="2025-10-04T10:37:59.959" v="239" actId="20577"/>
        <pc:sldMkLst>
          <pc:docMk/>
          <pc:sldMk cId="257059397" sldId="525"/>
        </pc:sldMkLst>
        <pc:spChg chg="mod ord">
          <ac:chgData name="Prof. WU Dapeng" userId="766581d8-4b49-4c74-b70d-570e2257b99b" providerId="ADAL" clId="{6947C113-62BF-429E-A200-CFE6C5CE1954}" dt="2025-10-04T10:37:59.959" v="239" actId="20577"/>
          <ac:spMkLst>
            <pc:docMk/>
            <pc:sldMk cId="257059397" sldId="525"/>
            <ac:spMk id="68612" creationId="{00000000-0000-0000-0000-000000000000}"/>
          </ac:spMkLst>
        </pc:spChg>
        <pc:picChg chg="del">
          <ac:chgData name="Prof. WU Dapeng" userId="766581d8-4b49-4c74-b70d-570e2257b99b" providerId="ADAL" clId="{6947C113-62BF-429E-A200-CFE6C5CE1954}" dt="2025-10-04T10:17:03.366" v="67" actId="478"/>
          <ac:picMkLst>
            <pc:docMk/>
            <pc:sldMk cId="257059397" sldId="525"/>
            <ac:picMk id="68611" creationId="{00000000-0000-0000-0000-00000000000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409C86-0DB4-461E-B411-3132234C96B9}" type="datetimeFigureOut">
              <a:rPr lang="en-US" smtClean="0"/>
              <a:pPr/>
              <a:t>10/4/2025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4552C4-BC4B-4C71-991C-7B2020479D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1184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D492CD9C-0936-4CB5-8F47-4F37A3C1BD80}" type="datetimeFigureOut">
              <a:rPr lang="en-US" smtClean="0"/>
              <a:pPr/>
              <a:t>10/4/2025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A8A4206-02EB-4F55-B83C-8E908C558B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0461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>
            <a:extLst>
              <a:ext uri="{FF2B5EF4-FFF2-40B4-BE49-F238E27FC236}">
                <a16:creationId xmlns:a16="http://schemas.microsoft.com/office/drawing/2014/main" id="{A151658E-0B71-4434-DFB4-41BC10ABD6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947A9DF-152B-4AEC-BF36-9E524F5D87A8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3907" name="Rectangle 2">
            <a:extLst>
              <a:ext uri="{FF2B5EF4-FFF2-40B4-BE49-F238E27FC236}">
                <a16:creationId xmlns:a16="http://schemas.microsoft.com/office/drawing/2014/main" id="{EF1B46B6-127E-BDD5-6080-A0D6ADC9FB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3908" name="Rectangle 3">
            <a:extLst>
              <a:ext uri="{FF2B5EF4-FFF2-40B4-BE49-F238E27FC236}">
                <a16:creationId xmlns:a16="http://schemas.microsoft.com/office/drawing/2014/main" id="{636F34A0-05B3-6623-F909-DB061325E3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K=1.4 impact of the filtering will be twice as much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A4206-02EB-4F55-B83C-8E908C558B6E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8350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Low contrast, poorly</a:t>
            </a:r>
            <a:r>
              <a:rPr lang="en-US" baseline="0" dirty="0"/>
              <a:t> localized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A4206-02EB-4F55-B83C-8E908C558B6E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8475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Low contrast, poorly</a:t>
            </a:r>
            <a:r>
              <a:rPr lang="en-US" baseline="0" dirty="0"/>
              <a:t> localized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A4206-02EB-4F55-B83C-8E908C558B6E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925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Low contrast, poorly</a:t>
            </a:r>
            <a:r>
              <a:rPr lang="en-US" baseline="0" dirty="0"/>
              <a:t> localized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A4206-02EB-4F55-B83C-8E908C558B6E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189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95F9E-9075-464D-A47B-1AC59DCA05F7}" type="datetime1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1DE8A-E8D2-4654-BEC5-076FCDEB236D}" type="datetime1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FF3EB-4EB8-4938-8555-F16241A9D78C}" type="datetime1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370E-F021-4741-989A-1804EAA92B7B}" type="datetime1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FE37E-A486-4DF6-B7A1-05AB21E939A6}" type="datetime1">
              <a:rPr lang="en-US" smtClean="0"/>
              <a:t>10/4/2025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0E45A-7A8B-4C75-B183-08F82E9E22E0}" type="datetime1">
              <a:rPr lang="en-US" smtClean="0"/>
              <a:t>10/4/2025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E2F85-FC1C-4FB1-90B0-4C7D29B71CDE}" type="datetime1">
              <a:rPr lang="en-US" smtClean="0"/>
              <a:t>10/4/2025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4319F-A9E1-460C-A120-253FCC078F5A}" type="datetime1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F2FBC-D59E-4264-97D0-3B25E318CDEC}" type="datetime1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60DE2-20B4-4B07-A640-3C4CEB6EB3C5}" type="datetime1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5B461-9CB3-43FC-8BBA-8E2F0F5EF5CD}" type="datetime1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3433456-C4C1-565F-F191-280C8538C333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8B017622-5D87-B3A7-AB62-C0BAA48AC7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DBC3600B-D1F0-2D1F-E68C-6300C8D75D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defRPr/>
                </a:pPr>
                <a:endParaRPr lang="en-US" altLang="en-US" sz="1795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311AA45A-9763-6A52-AA76-CF9D096B42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defRPr/>
                </a:pPr>
                <a:endParaRPr lang="en-US" altLang="en-US" sz="1795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FEC0283C-F593-BDD0-4B7F-D0E8799DD0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88DAA44-8A7A-1720-AED1-E524F1F20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defRPr/>
                </a:pPr>
                <a:endParaRPr lang="en-US" altLang="en-US" sz="1795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4FA3B63-FBFF-1C36-6F13-BD5333071C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defRPr/>
                </a:pPr>
                <a:endParaRPr lang="en-US" altLang="en-US" sz="1795"/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A596DC4B-D776-DF22-4BFF-0E6230BD11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defRPr/>
              </a:pPr>
              <a:endParaRPr lang="en-US" altLang="en-US" sz="1795"/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8CD06715-64E0-F349-1D3F-696A49E8B6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defRPr/>
              </a:pPr>
              <a:endParaRPr lang="en-US" altLang="en-US" sz="1795"/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BAF6723A-DC40-B39A-ADD5-86B775FE171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defRPr/>
              </a:pPr>
              <a:endParaRPr lang="en-US" altLang="en-US" sz="1795"/>
            </a:p>
          </p:txBody>
        </p:sp>
      </p:grpSp>
      <p:sp>
        <p:nvSpPr>
          <p:cNvPr id="5735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1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7357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1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3256826A-240B-8005-0856-09033016575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397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Rectangle 17">
            <a:extLst>
              <a:ext uri="{FF2B5EF4-FFF2-40B4-BE49-F238E27FC236}">
                <a16:creationId xmlns:a16="http://schemas.microsoft.com/office/drawing/2014/main" id="{B38B3953-530B-59F5-75DD-2053D4A13F99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397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F427D112-4BAF-4E31-8E7F-EE5376AA5023}" type="datetime1">
              <a:rPr lang="en-US" smtClean="0"/>
              <a:t>10/4/2025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18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949807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399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1995"/>
            </a:lvl1pPr>
            <a:lvl2pPr marL="456057" indent="0">
              <a:buNone/>
              <a:defRPr sz="1795"/>
            </a:lvl2pPr>
            <a:lvl3pPr marL="912114" indent="0">
              <a:buNone/>
              <a:defRPr sz="1596"/>
            </a:lvl3pPr>
            <a:lvl4pPr marL="1368171" indent="0">
              <a:buNone/>
              <a:defRPr sz="1397"/>
            </a:lvl4pPr>
            <a:lvl5pPr marL="1824228" indent="0">
              <a:buNone/>
              <a:defRPr sz="1397"/>
            </a:lvl5pPr>
            <a:lvl6pPr marL="2280285" indent="0">
              <a:buNone/>
              <a:defRPr sz="1397"/>
            </a:lvl6pPr>
            <a:lvl7pPr marL="2736342" indent="0">
              <a:buNone/>
              <a:defRPr sz="1397"/>
            </a:lvl7pPr>
            <a:lvl8pPr marL="3192399" indent="0">
              <a:buNone/>
              <a:defRPr sz="1397"/>
            </a:lvl8pPr>
            <a:lvl9pPr marL="3648456" indent="0">
              <a:buNone/>
              <a:defRPr sz="139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657648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981201"/>
            <a:ext cx="3886200" cy="4535488"/>
          </a:xfrm>
        </p:spPr>
        <p:txBody>
          <a:bodyPr/>
          <a:lstStyle>
            <a:lvl1pPr>
              <a:defRPr sz="2793"/>
            </a:lvl1pPr>
            <a:lvl2pPr>
              <a:defRPr sz="2394"/>
            </a:lvl2pPr>
            <a:lvl3pPr>
              <a:defRPr sz="1995"/>
            </a:lvl3pPr>
            <a:lvl4pPr>
              <a:defRPr sz="1795"/>
            </a:lvl4pPr>
            <a:lvl5pPr>
              <a:defRPr sz="1795"/>
            </a:lvl5pPr>
            <a:lvl6pPr>
              <a:defRPr sz="1795"/>
            </a:lvl6pPr>
            <a:lvl7pPr>
              <a:defRPr sz="1795"/>
            </a:lvl7pPr>
            <a:lvl8pPr>
              <a:defRPr sz="1795"/>
            </a:lvl8pPr>
            <a:lvl9pPr>
              <a:defRPr sz="179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76800" y="1981201"/>
            <a:ext cx="3886200" cy="4535488"/>
          </a:xfrm>
        </p:spPr>
        <p:txBody>
          <a:bodyPr/>
          <a:lstStyle>
            <a:lvl1pPr>
              <a:defRPr sz="2793"/>
            </a:lvl1pPr>
            <a:lvl2pPr>
              <a:defRPr sz="2394"/>
            </a:lvl2pPr>
            <a:lvl3pPr>
              <a:defRPr sz="1995"/>
            </a:lvl3pPr>
            <a:lvl4pPr>
              <a:defRPr sz="1795"/>
            </a:lvl4pPr>
            <a:lvl5pPr>
              <a:defRPr sz="1795"/>
            </a:lvl5pPr>
            <a:lvl6pPr>
              <a:defRPr sz="1795"/>
            </a:lvl6pPr>
            <a:lvl7pPr>
              <a:defRPr sz="1795"/>
            </a:lvl7pPr>
            <a:lvl8pPr>
              <a:defRPr sz="1795"/>
            </a:lvl8pPr>
            <a:lvl9pPr>
              <a:defRPr sz="179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268722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394" b="1"/>
            </a:lvl1pPr>
            <a:lvl2pPr marL="456057" indent="0">
              <a:buNone/>
              <a:defRPr sz="1995" b="1"/>
            </a:lvl2pPr>
            <a:lvl3pPr marL="912114" indent="0">
              <a:buNone/>
              <a:defRPr sz="1795" b="1"/>
            </a:lvl3pPr>
            <a:lvl4pPr marL="1368171" indent="0">
              <a:buNone/>
              <a:defRPr sz="1596" b="1"/>
            </a:lvl4pPr>
            <a:lvl5pPr marL="1824228" indent="0">
              <a:buNone/>
              <a:defRPr sz="1596" b="1"/>
            </a:lvl5pPr>
            <a:lvl6pPr marL="2280285" indent="0">
              <a:buNone/>
              <a:defRPr sz="1596" b="1"/>
            </a:lvl6pPr>
            <a:lvl7pPr marL="2736342" indent="0">
              <a:buNone/>
              <a:defRPr sz="1596" b="1"/>
            </a:lvl7pPr>
            <a:lvl8pPr marL="3192399" indent="0">
              <a:buNone/>
              <a:defRPr sz="1596" b="1"/>
            </a:lvl8pPr>
            <a:lvl9pPr marL="3648456" indent="0">
              <a:buNone/>
              <a:defRPr sz="159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394"/>
            </a:lvl1pPr>
            <a:lvl2pPr>
              <a:defRPr sz="1995"/>
            </a:lvl2pPr>
            <a:lvl3pPr>
              <a:defRPr sz="1795"/>
            </a:lvl3pPr>
            <a:lvl4pPr>
              <a:defRPr sz="1596"/>
            </a:lvl4pPr>
            <a:lvl5pPr>
              <a:defRPr sz="1596"/>
            </a:lvl5pPr>
            <a:lvl6pPr>
              <a:defRPr sz="1596"/>
            </a:lvl6pPr>
            <a:lvl7pPr>
              <a:defRPr sz="1596"/>
            </a:lvl7pPr>
            <a:lvl8pPr>
              <a:defRPr sz="1596"/>
            </a:lvl8pPr>
            <a:lvl9pPr>
              <a:defRPr sz="159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394" b="1"/>
            </a:lvl1pPr>
            <a:lvl2pPr marL="456057" indent="0">
              <a:buNone/>
              <a:defRPr sz="1995" b="1"/>
            </a:lvl2pPr>
            <a:lvl3pPr marL="912114" indent="0">
              <a:buNone/>
              <a:defRPr sz="1795" b="1"/>
            </a:lvl3pPr>
            <a:lvl4pPr marL="1368171" indent="0">
              <a:buNone/>
              <a:defRPr sz="1596" b="1"/>
            </a:lvl4pPr>
            <a:lvl5pPr marL="1824228" indent="0">
              <a:buNone/>
              <a:defRPr sz="1596" b="1"/>
            </a:lvl5pPr>
            <a:lvl6pPr marL="2280285" indent="0">
              <a:buNone/>
              <a:defRPr sz="1596" b="1"/>
            </a:lvl6pPr>
            <a:lvl7pPr marL="2736342" indent="0">
              <a:buNone/>
              <a:defRPr sz="1596" b="1"/>
            </a:lvl7pPr>
            <a:lvl8pPr marL="3192399" indent="0">
              <a:buNone/>
              <a:defRPr sz="1596" b="1"/>
            </a:lvl8pPr>
            <a:lvl9pPr marL="3648456" indent="0">
              <a:buNone/>
              <a:defRPr sz="159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394"/>
            </a:lvl1pPr>
            <a:lvl2pPr>
              <a:defRPr sz="1995"/>
            </a:lvl2pPr>
            <a:lvl3pPr>
              <a:defRPr sz="1795"/>
            </a:lvl3pPr>
            <a:lvl4pPr>
              <a:defRPr sz="1596"/>
            </a:lvl4pPr>
            <a:lvl5pPr>
              <a:defRPr sz="1596"/>
            </a:lvl5pPr>
            <a:lvl6pPr>
              <a:defRPr sz="1596"/>
            </a:lvl6pPr>
            <a:lvl7pPr>
              <a:defRPr sz="1596"/>
            </a:lvl7pPr>
            <a:lvl8pPr>
              <a:defRPr sz="1596"/>
            </a:lvl8pPr>
            <a:lvl9pPr>
              <a:defRPr sz="159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549122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707884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19336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/>
          <a:lstStyle>
            <a:lvl1pPr algn="l">
              <a:defRPr sz="1995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0" cy="5853113"/>
          </a:xfrm>
        </p:spPr>
        <p:txBody>
          <a:bodyPr/>
          <a:lstStyle>
            <a:lvl1pPr>
              <a:defRPr sz="3192"/>
            </a:lvl1pPr>
            <a:lvl2pPr>
              <a:defRPr sz="2793"/>
            </a:lvl2pPr>
            <a:lvl3pPr>
              <a:defRPr sz="2394"/>
            </a:lvl3pPr>
            <a:lvl4pPr>
              <a:defRPr sz="1995"/>
            </a:lvl4pPr>
            <a:lvl5pPr>
              <a:defRPr sz="1995"/>
            </a:lvl5pPr>
            <a:lvl6pPr>
              <a:defRPr sz="1995"/>
            </a:lvl6pPr>
            <a:lvl7pPr>
              <a:defRPr sz="1995"/>
            </a:lvl7pPr>
            <a:lvl8pPr>
              <a:defRPr sz="1995"/>
            </a:lvl8pPr>
            <a:lvl9pPr>
              <a:defRPr sz="199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1"/>
            <a:ext cx="3008313" cy="4691063"/>
          </a:xfrm>
        </p:spPr>
        <p:txBody>
          <a:bodyPr/>
          <a:lstStyle>
            <a:lvl1pPr marL="0" indent="0">
              <a:buNone/>
              <a:defRPr sz="1397"/>
            </a:lvl1pPr>
            <a:lvl2pPr marL="456057" indent="0">
              <a:buNone/>
              <a:defRPr sz="1197"/>
            </a:lvl2pPr>
            <a:lvl3pPr marL="912114" indent="0">
              <a:buNone/>
              <a:defRPr sz="998"/>
            </a:lvl3pPr>
            <a:lvl4pPr marL="1368171" indent="0">
              <a:buNone/>
              <a:defRPr sz="898"/>
            </a:lvl4pPr>
            <a:lvl5pPr marL="1824228" indent="0">
              <a:buNone/>
              <a:defRPr sz="898"/>
            </a:lvl5pPr>
            <a:lvl6pPr marL="2280285" indent="0">
              <a:buNone/>
              <a:defRPr sz="898"/>
            </a:lvl6pPr>
            <a:lvl7pPr marL="2736342" indent="0">
              <a:buNone/>
              <a:defRPr sz="898"/>
            </a:lvl7pPr>
            <a:lvl8pPr marL="3192399" indent="0">
              <a:buNone/>
              <a:defRPr sz="898"/>
            </a:lvl8pPr>
            <a:lvl9pPr marL="3648456" indent="0">
              <a:buNone/>
              <a:defRPr sz="89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837240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1995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192"/>
            </a:lvl1pPr>
            <a:lvl2pPr marL="456057" indent="0">
              <a:buNone/>
              <a:defRPr sz="2793"/>
            </a:lvl2pPr>
            <a:lvl3pPr marL="912114" indent="0">
              <a:buNone/>
              <a:defRPr sz="2394"/>
            </a:lvl3pPr>
            <a:lvl4pPr marL="1368171" indent="0">
              <a:buNone/>
              <a:defRPr sz="1995"/>
            </a:lvl4pPr>
            <a:lvl5pPr marL="1824228" indent="0">
              <a:buNone/>
              <a:defRPr sz="1995"/>
            </a:lvl5pPr>
            <a:lvl6pPr marL="2280285" indent="0">
              <a:buNone/>
              <a:defRPr sz="1995"/>
            </a:lvl6pPr>
            <a:lvl7pPr marL="2736342" indent="0">
              <a:buNone/>
              <a:defRPr sz="1995"/>
            </a:lvl7pPr>
            <a:lvl8pPr marL="3192399" indent="0">
              <a:buNone/>
              <a:defRPr sz="1995"/>
            </a:lvl8pPr>
            <a:lvl9pPr marL="3648456" indent="0">
              <a:buNone/>
              <a:defRPr sz="1995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397"/>
            </a:lvl1pPr>
            <a:lvl2pPr marL="456057" indent="0">
              <a:buNone/>
              <a:defRPr sz="1197"/>
            </a:lvl2pPr>
            <a:lvl3pPr marL="912114" indent="0">
              <a:buNone/>
              <a:defRPr sz="998"/>
            </a:lvl3pPr>
            <a:lvl4pPr marL="1368171" indent="0">
              <a:buNone/>
              <a:defRPr sz="898"/>
            </a:lvl4pPr>
            <a:lvl5pPr marL="1824228" indent="0">
              <a:buNone/>
              <a:defRPr sz="898"/>
            </a:lvl5pPr>
            <a:lvl6pPr marL="2280285" indent="0">
              <a:buNone/>
              <a:defRPr sz="898"/>
            </a:lvl6pPr>
            <a:lvl7pPr marL="2736342" indent="0">
              <a:buNone/>
              <a:defRPr sz="898"/>
            </a:lvl7pPr>
            <a:lvl8pPr marL="3192399" indent="0">
              <a:buNone/>
              <a:defRPr sz="898"/>
            </a:lvl8pPr>
            <a:lvl9pPr marL="3648456" indent="0">
              <a:buNone/>
              <a:defRPr sz="89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786307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620514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304800"/>
            <a:ext cx="1981200" cy="6211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04800"/>
            <a:ext cx="5791200" cy="6211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13745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CC1E8C-8AC9-44B8-8022-DE4A45B085B4}" type="datetime1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92E4C1FD-48CA-EF6B-CDC9-79B6A5032D3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91440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endParaRPr kumimoji="1" lang="en-US" altLang="en-US" sz="1795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E7B5B71D-D90C-CB27-EA02-35B75F7E80B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endParaRPr kumimoji="1" lang="en-US" altLang="en-US" sz="1795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99929771-D650-55A6-41BD-05224FFA195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5925" y="1219200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endParaRPr kumimoji="1" lang="en-US" altLang="en-US" sz="1795"/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9B1490FA-33CA-562E-CE45-99FDFFA58A0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0" y="1219200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endParaRPr kumimoji="1" lang="en-US" altLang="en-US" sz="1795"/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0F48C85F-B560-AC77-9481-252F834947B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213" y="1066800"/>
            <a:ext cx="560387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endParaRPr kumimoji="1" lang="en-US" altLang="en-US" sz="1795"/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CCA5A6A1-84E4-A5C7-8116-A1AC5A9EF9F6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5334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endParaRPr kumimoji="1" lang="en-US" altLang="en-US" sz="1795"/>
          </a:p>
        </p:txBody>
      </p:sp>
      <p:sp>
        <p:nvSpPr>
          <p:cNvPr id="2056" name="Rectangle 8">
            <a:extLst>
              <a:ext uri="{FF2B5EF4-FFF2-40B4-BE49-F238E27FC236}">
                <a16:creationId xmlns:a16="http://schemas.microsoft.com/office/drawing/2014/main" id="{0B77DABB-736B-1C1D-31CF-96903EA2D66A}"/>
              </a:ext>
            </a:extLst>
          </p:cNvPr>
          <p:cNvSpPr>
            <a:spLocks noChangeArrowheads="1"/>
          </p:cNvSpPr>
          <p:nvPr/>
        </p:nvSpPr>
        <p:spPr bwMode="gray">
          <a:xfrm>
            <a:off x="457200" y="13716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endParaRPr kumimoji="1" lang="en-US" altLang="en-US" sz="1795"/>
          </a:p>
        </p:txBody>
      </p:sp>
      <p:sp>
        <p:nvSpPr>
          <p:cNvPr id="13321" name="Rectangle 9">
            <a:extLst>
              <a:ext uri="{FF2B5EF4-FFF2-40B4-BE49-F238E27FC236}">
                <a16:creationId xmlns:a16="http://schemas.microsoft.com/office/drawing/2014/main" id="{C0C4E697-C1E3-FD3A-39AE-3692587AF8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304800"/>
            <a:ext cx="7793038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3322" name="Rectangle 10">
            <a:extLst>
              <a:ext uri="{FF2B5EF4-FFF2-40B4-BE49-F238E27FC236}">
                <a16:creationId xmlns:a16="http://schemas.microsoft.com/office/drawing/2014/main" id="{E91A416F-C803-6604-3933-DF6BC0E6F7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81200"/>
            <a:ext cx="7924800" cy="4535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059" name="Rectangle 11">
            <a:extLst>
              <a:ext uri="{FF2B5EF4-FFF2-40B4-BE49-F238E27FC236}">
                <a16:creationId xmlns:a16="http://schemas.microsoft.com/office/drawing/2014/main" id="{B9ED297A-FB42-374F-C1CF-0FEC9865A6E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305800" y="6553200"/>
            <a:ext cx="400050" cy="3048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fld id="{2004E158-F89E-444D-A8CD-4439976CD804}" type="slidenum">
              <a:rPr lang="en-GB" altLang="en-US" sz="1397" smtClean="0">
                <a:solidFill>
                  <a:srgbClr val="0000FF"/>
                </a:solidFill>
              </a:rPr>
              <a:pPr>
                <a:defRPr/>
              </a:pPr>
              <a:t>‹#›</a:t>
            </a:fld>
            <a:endParaRPr lang="en-US" altLang="en-US" sz="1397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0350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</a:defRPr>
      </a:lvl5pPr>
      <a:lvl6pPr marL="456057" algn="ctr" rtl="0" fontAlgn="base">
        <a:spcBef>
          <a:spcPct val="0"/>
        </a:spcBef>
        <a:spcAft>
          <a:spcPct val="0"/>
        </a:spcAft>
        <a:defRPr sz="3192">
          <a:solidFill>
            <a:schemeClr val="tx2"/>
          </a:solidFill>
          <a:latin typeface="Arial" charset="0"/>
        </a:defRPr>
      </a:lvl6pPr>
      <a:lvl7pPr marL="912114" algn="ctr" rtl="0" fontAlgn="base">
        <a:spcBef>
          <a:spcPct val="0"/>
        </a:spcBef>
        <a:spcAft>
          <a:spcPct val="0"/>
        </a:spcAft>
        <a:defRPr sz="3192">
          <a:solidFill>
            <a:schemeClr val="tx2"/>
          </a:solidFill>
          <a:latin typeface="Arial" charset="0"/>
        </a:defRPr>
      </a:lvl7pPr>
      <a:lvl8pPr marL="1368171" algn="ctr" rtl="0" fontAlgn="base">
        <a:spcBef>
          <a:spcPct val="0"/>
        </a:spcBef>
        <a:spcAft>
          <a:spcPct val="0"/>
        </a:spcAft>
        <a:defRPr sz="3192">
          <a:solidFill>
            <a:schemeClr val="tx2"/>
          </a:solidFill>
          <a:latin typeface="Arial" charset="0"/>
        </a:defRPr>
      </a:lvl8pPr>
      <a:lvl9pPr marL="1824228" algn="ctr" rtl="0" fontAlgn="base">
        <a:spcBef>
          <a:spcPct val="0"/>
        </a:spcBef>
        <a:spcAft>
          <a:spcPct val="0"/>
        </a:spcAft>
        <a:defRPr sz="3192">
          <a:solidFill>
            <a:schemeClr val="tx2"/>
          </a:solidFill>
          <a:latin typeface="Arial" charset="0"/>
        </a:defRPr>
      </a:lvl9pPr>
    </p:titleStyle>
    <p:bodyStyle>
      <a:lvl1pPr marL="341313" indent="-3413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300">
          <a:solidFill>
            <a:schemeClr val="tx1"/>
          </a:solidFill>
          <a:latin typeface="+mn-lt"/>
          <a:ea typeface="+mn-ea"/>
          <a:cs typeface="+mn-cs"/>
        </a:defRPr>
      </a:lvl1pPr>
      <a:lvl2pPr marL="739775" indent="-284163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300">
          <a:solidFill>
            <a:schemeClr val="tx1"/>
          </a:solidFill>
          <a:latin typeface="+mn-lt"/>
        </a:defRPr>
      </a:lvl2pPr>
      <a:lvl3pPr marL="1139825" indent="-2270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1900">
          <a:solidFill>
            <a:schemeClr val="tx1"/>
          </a:solidFill>
          <a:latin typeface="+mn-lt"/>
        </a:defRPr>
      </a:lvl3pPr>
      <a:lvl4pPr marL="1595438" indent="-2270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1900">
          <a:solidFill>
            <a:schemeClr val="tx1"/>
          </a:solidFill>
          <a:latin typeface="+mn-lt"/>
        </a:defRPr>
      </a:lvl4pPr>
      <a:lvl5pPr marL="2051050" indent="-22701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1900">
          <a:solidFill>
            <a:schemeClr val="tx1"/>
          </a:solidFill>
          <a:latin typeface="+mn-lt"/>
        </a:defRPr>
      </a:lvl5pPr>
      <a:lvl6pPr marL="2508314" indent="-228029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1995">
          <a:solidFill>
            <a:schemeClr val="tx1"/>
          </a:solidFill>
          <a:latin typeface="+mn-lt"/>
        </a:defRPr>
      </a:lvl6pPr>
      <a:lvl7pPr marL="2964371" indent="-228029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1995">
          <a:solidFill>
            <a:schemeClr val="tx1"/>
          </a:solidFill>
          <a:latin typeface="+mn-lt"/>
        </a:defRPr>
      </a:lvl7pPr>
      <a:lvl8pPr marL="3420428" indent="-228029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1995">
          <a:solidFill>
            <a:schemeClr val="tx1"/>
          </a:solidFill>
          <a:latin typeface="+mn-lt"/>
        </a:defRPr>
      </a:lvl8pPr>
      <a:lvl9pPr marL="3876485" indent="-228029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1995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1pPr>
      <a:lvl2pPr marL="456057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2pPr>
      <a:lvl3pPr marL="912114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3pPr>
      <a:lvl4pPr marL="1368171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4pPr>
      <a:lvl5pPr marL="1824228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5pPr>
      <a:lvl6pPr marL="2280285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736342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192399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648456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>
            <a:extLst>
              <a:ext uri="{FF2B5EF4-FFF2-40B4-BE49-F238E27FC236}">
                <a16:creationId xmlns:a16="http://schemas.microsoft.com/office/drawing/2014/main" id="{755B4B3F-1C3D-927E-1ED2-99274895B41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923925" y="3808413"/>
            <a:ext cx="7524750" cy="228123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394" b="1" dirty="0">
                <a:solidFill>
                  <a:srgbClr val="0066FF"/>
                </a:solidFill>
              </a:rPr>
              <a:t>Dr. Dapeng Oliver Wu</a:t>
            </a:r>
          </a:p>
          <a:p>
            <a:pPr eaLnBrk="1" hangingPunct="1">
              <a:defRPr/>
            </a:pPr>
            <a:r>
              <a:rPr lang="en-US" altLang="en-US" sz="2394" b="1" dirty="0">
                <a:solidFill>
                  <a:srgbClr val="0066FF"/>
                </a:solidFill>
              </a:rPr>
              <a:t>City University of Hong Kong</a:t>
            </a:r>
          </a:p>
          <a:p>
            <a:pPr eaLnBrk="1" hangingPunct="1">
              <a:defRPr/>
            </a:pPr>
            <a:r>
              <a:rPr lang="en-US" altLang="en-US" sz="2394" b="1" dirty="0">
                <a:solidFill>
                  <a:srgbClr val="0066FF"/>
                </a:solidFill>
              </a:rPr>
              <a:t>Department of Computer Science</a:t>
            </a:r>
            <a:endParaRPr lang="en-US" altLang="en-US" sz="2394" dirty="0"/>
          </a:p>
          <a:p>
            <a:pPr eaLnBrk="1" hangingPunct="1">
              <a:defRPr/>
            </a:pPr>
            <a:endParaRPr lang="en-US" altLang="en-US" sz="2394" dirty="0"/>
          </a:p>
          <a:p>
            <a:pPr eaLnBrk="1" hangingPunct="1"/>
            <a:r>
              <a:rPr lang="en-US" altLang="zh-CN" sz="2800" dirty="0">
                <a:solidFill>
                  <a:srgbClr val="CC0000"/>
                </a:solidFill>
              </a:rPr>
              <a:t>Semester A, 2025/26</a:t>
            </a:r>
            <a:endParaRPr lang="en-US" sz="2800" dirty="0">
              <a:solidFill>
                <a:srgbClr val="CC0000"/>
              </a:solidFill>
            </a:endParaRPr>
          </a:p>
        </p:txBody>
      </p:sp>
      <p:sp>
        <p:nvSpPr>
          <p:cNvPr id="6147" name="Rectangle 5">
            <a:extLst>
              <a:ext uri="{FF2B5EF4-FFF2-40B4-BE49-F238E27FC236}">
                <a16:creationId xmlns:a16="http://schemas.microsoft.com/office/drawing/2014/main" id="{5BE92627-13FA-5965-1CCF-590FF9EDF74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923925" y="388938"/>
            <a:ext cx="7751763" cy="258445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3192" dirty="0">
                <a:solidFill>
                  <a:srgbClr val="333399"/>
                </a:solidFill>
              </a:rPr>
              <a:t> CS 5187: Vision and Image</a:t>
            </a:r>
            <a:br>
              <a:rPr lang="en-US" altLang="en-US" sz="3192" dirty="0">
                <a:solidFill>
                  <a:srgbClr val="333399"/>
                </a:solidFill>
              </a:rPr>
            </a:br>
            <a:r>
              <a:rPr lang="en-US" altLang="en-US" sz="3192" dirty="0">
                <a:solidFill>
                  <a:srgbClr val="000000"/>
                </a:solidFill>
              </a:rPr>
              <a:t>Lecture 6-1</a:t>
            </a:r>
            <a:br>
              <a:rPr lang="en-US" altLang="en-US" sz="3192" dirty="0">
                <a:solidFill>
                  <a:srgbClr val="333399"/>
                </a:solidFill>
              </a:rPr>
            </a:br>
            <a:r>
              <a:rPr lang="en-US" altLang="en-US" sz="3192" i="1" dirty="0">
                <a:solidFill>
                  <a:srgbClr val="009900"/>
                </a:solidFill>
              </a:rPr>
              <a:t>Scale Invariant Feature Transform (SIFT)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2">
            <a:extLst>
              <a:ext uri="{FF2B5EF4-FFF2-40B4-BE49-F238E27FC236}">
                <a16:creationId xmlns:a16="http://schemas.microsoft.com/office/drawing/2014/main" id="{76DF2505-077B-8640-BD1F-866E57EAFE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-23279"/>
            <a:ext cx="8229600" cy="1143000"/>
          </a:xfrm>
        </p:spPr>
        <p:txBody>
          <a:bodyPr/>
          <a:lstStyle/>
          <a:p>
            <a:r>
              <a:rPr lang="en-US" altLang="zh-CN" dirty="0" err="1"/>
              <a:t>LoG-DoG</a:t>
            </a:r>
            <a:r>
              <a:rPr lang="en-US" altLang="zh-CN" dirty="0"/>
              <a:t> (</a:t>
            </a:r>
            <a:r>
              <a:rPr lang="en-US" altLang="zh-CN" dirty="0">
                <a:solidFill>
                  <a:srgbClr val="00B0F0"/>
                </a:solidFill>
              </a:rPr>
              <a:t>D</a:t>
            </a:r>
            <a:r>
              <a:rPr lang="en-US" altLang="zh-CN" dirty="0"/>
              <a:t>ifference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00B0F0"/>
                </a:solidFill>
              </a:rPr>
              <a:t>o</a:t>
            </a:r>
            <a:r>
              <a:rPr lang="en-US" altLang="zh-CN" dirty="0"/>
              <a:t>f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00B0F0"/>
                </a:solidFill>
              </a:rPr>
              <a:t>G</a:t>
            </a:r>
            <a:r>
              <a:rPr lang="en-US" altLang="zh-CN" dirty="0"/>
              <a:t>aussian)</a:t>
            </a:r>
            <a:r>
              <a:rPr lang="zh-CN" altLang="en-US" dirty="0"/>
              <a:t> </a:t>
            </a:r>
            <a:endParaRPr lang="en-US" dirty="0"/>
          </a:p>
        </p:txBody>
      </p:sp>
      <p:sp>
        <p:nvSpPr>
          <p:cNvPr id="17" name="Rectangle 14">
            <a:extLst>
              <a:ext uri="{FF2B5EF4-FFF2-40B4-BE49-F238E27FC236}">
                <a16:creationId xmlns:a16="http://schemas.microsoft.com/office/drawing/2014/main" id="{1039F064-9799-5943-B9C2-21C79D91AC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6519743"/>
            <a:ext cx="1564083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b="0" dirty="0"/>
              <a:t>Adapted from W</a:t>
            </a:r>
            <a:r>
              <a:rPr lang="en-US" altLang="zh-CN" sz="1400" b="0" dirty="0"/>
              <a:t>iki</a:t>
            </a:r>
            <a:endParaRPr lang="en-US" sz="1400" b="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600200"/>
            <a:ext cx="6553200" cy="470857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629400" y="2819400"/>
            <a:ext cx="19812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LoG</a:t>
            </a:r>
            <a:r>
              <a:rPr lang="en-US" dirty="0"/>
              <a:t> can be approximated by a difference of two Gaussians (</a:t>
            </a:r>
            <a:r>
              <a:rPr lang="en-US" dirty="0" err="1"/>
              <a:t>DoG</a:t>
            </a:r>
            <a:r>
              <a:rPr lang="en-US" dirty="0"/>
              <a:t>) at different scales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55046A-12B2-3FF0-892F-16791D1BF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009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able&#10;&#10;Description automatically generated">
            <a:extLst>
              <a:ext uri="{FF2B5EF4-FFF2-40B4-BE49-F238E27FC236}">
                <a16:creationId xmlns:a16="http://schemas.microsoft.com/office/drawing/2014/main" id="{1F091ED7-03C0-AC45-B6FB-74DFD55A20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19721"/>
            <a:ext cx="9144000" cy="4618558"/>
          </a:xfrm>
          <a:prstGeom prst="rect">
            <a:avLst/>
          </a:prstGeom>
        </p:spPr>
      </p:pic>
      <p:sp>
        <p:nvSpPr>
          <p:cNvPr id="15" name="Rectangle 2">
            <a:extLst>
              <a:ext uri="{FF2B5EF4-FFF2-40B4-BE49-F238E27FC236}">
                <a16:creationId xmlns:a16="http://schemas.microsoft.com/office/drawing/2014/main" id="{76DF2505-077B-8640-BD1F-866E57EAFE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-23279"/>
            <a:ext cx="8229600" cy="1143000"/>
          </a:xfrm>
        </p:spPr>
        <p:txBody>
          <a:bodyPr/>
          <a:lstStyle/>
          <a:p>
            <a:r>
              <a:rPr lang="en-US" altLang="zh-CN" dirty="0" err="1"/>
              <a:t>LoG-DoG</a:t>
            </a:r>
            <a:r>
              <a:rPr lang="en-US" altLang="zh-CN" dirty="0"/>
              <a:t> (</a:t>
            </a:r>
            <a:r>
              <a:rPr lang="en-US" altLang="zh-CN" dirty="0">
                <a:solidFill>
                  <a:srgbClr val="00B0F0"/>
                </a:solidFill>
              </a:rPr>
              <a:t>D</a:t>
            </a:r>
            <a:r>
              <a:rPr lang="en-US" altLang="zh-CN" dirty="0"/>
              <a:t>ifference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00B0F0"/>
                </a:solidFill>
              </a:rPr>
              <a:t>o</a:t>
            </a:r>
            <a:r>
              <a:rPr lang="en-US" altLang="zh-CN" dirty="0"/>
              <a:t>f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00B0F0"/>
                </a:solidFill>
              </a:rPr>
              <a:t>G</a:t>
            </a:r>
            <a:r>
              <a:rPr lang="en-US" altLang="zh-CN" dirty="0"/>
              <a:t>aussian)</a:t>
            </a:r>
            <a:r>
              <a:rPr lang="zh-CN" altLang="en-US" dirty="0"/>
              <a:t> </a:t>
            </a:r>
            <a:endParaRPr lang="en-US" dirty="0"/>
          </a:p>
        </p:txBody>
      </p:sp>
      <p:sp>
        <p:nvSpPr>
          <p:cNvPr id="17" name="Rectangle 14">
            <a:extLst>
              <a:ext uri="{FF2B5EF4-FFF2-40B4-BE49-F238E27FC236}">
                <a16:creationId xmlns:a16="http://schemas.microsoft.com/office/drawing/2014/main" id="{1039F064-9799-5943-B9C2-21C79D91AC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7184" y="6573502"/>
            <a:ext cx="288681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b="0" dirty="0"/>
              <a:t>Adapted from slide by </a:t>
            </a:r>
            <a:r>
              <a:rPr lang="en-HK" sz="1400" dirty="0"/>
              <a:t>Mubarak Shah</a:t>
            </a:r>
            <a:endParaRPr lang="en-US" sz="1400" b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DE5E0BF-4AED-0018-E0E6-ADF2757BB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367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C5DD2-F85D-4F49-B800-94981862C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66FF"/>
                </a:solidFill>
              </a:rPr>
              <a:t>S</a:t>
            </a:r>
            <a:r>
              <a:rPr lang="en-US" dirty="0"/>
              <a:t>cale </a:t>
            </a:r>
            <a:r>
              <a:rPr lang="en-US" dirty="0">
                <a:solidFill>
                  <a:srgbClr val="0066FF"/>
                </a:solidFill>
              </a:rPr>
              <a:t>I</a:t>
            </a:r>
            <a:r>
              <a:rPr lang="en-US" dirty="0"/>
              <a:t>nvariant </a:t>
            </a:r>
            <a:r>
              <a:rPr lang="en-US" dirty="0">
                <a:solidFill>
                  <a:srgbClr val="0066FF"/>
                </a:solidFill>
              </a:rPr>
              <a:t>F</a:t>
            </a:r>
            <a:r>
              <a:rPr lang="en-US" dirty="0"/>
              <a:t>eature </a:t>
            </a:r>
            <a:r>
              <a:rPr lang="en-US" dirty="0">
                <a:solidFill>
                  <a:srgbClr val="0066FF"/>
                </a:solidFill>
              </a:rPr>
              <a:t>T</a:t>
            </a:r>
            <a:r>
              <a:rPr lang="en-US" dirty="0"/>
              <a:t>ransform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0BEED-A71D-E745-A2E3-75BE789541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HK" dirty="0"/>
              <a:t>Build a scale space</a:t>
            </a:r>
          </a:p>
          <a:p>
            <a:pPr algn="just"/>
            <a:r>
              <a:rPr lang="en-HK" dirty="0"/>
              <a:t>Find a peak in the scale space =&gt; Localize a key point </a:t>
            </a:r>
          </a:p>
          <a:p>
            <a:pPr marL="342900" lvl="2" indent="-342900" algn="just"/>
            <a:r>
              <a:rPr lang="en-HK" sz="3200" dirty="0"/>
              <a:t>Orientation assignment </a:t>
            </a:r>
          </a:p>
          <a:p>
            <a:pPr marL="800100" lvl="3" indent="-342900" algn="just"/>
            <a:r>
              <a:rPr lang="en-HK" sz="2800" dirty="0"/>
              <a:t>Assign an orientation to the key point, based on the </a:t>
            </a:r>
            <a:r>
              <a:rPr lang="en-US" sz="2800" dirty="0"/>
              <a:t>orientation histogram of its neighborhood.</a:t>
            </a:r>
            <a:endParaRPr lang="en-HK" sz="2800" dirty="0"/>
          </a:p>
          <a:p>
            <a:pPr marL="342900" lvl="2" indent="-342900" algn="just"/>
            <a:r>
              <a:rPr lang="en-HK" sz="3200" dirty="0"/>
              <a:t>Key point descriptor </a:t>
            </a:r>
          </a:p>
          <a:p>
            <a:pPr marL="800100" lvl="3" indent="-342900" algn="just"/>
            <a:r>
              <a:rPr lang="en-HK" sz="2800" dirty="0"/>
              <a:t>Describe the key point by a high dimensional vector (128) (SIFT Descriptor)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8AD365-CECA-CF48-83EC-E2F8C9B7EE76}"/>
              </a:ext>
            </a:extLst>
          </p:cNvPr>
          <p:cNvSpPr/>
          <p:nvPr/>
        </p:nvSpPr>
        <p:spPr>
          <a:xfrm>
            <a:off x="5105400" y="6488668"/>
            <a:ext cx="36596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Adapted from slide by </a:t>
            </a:r>
            <a:r>
              <a:rPr lang="en-HK" dirty="0"/>
              <a:t>Mubarak Shah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CE7CBA-3B6D-3C19-916C-6DBD0C0BC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611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C5DD2-F85D-4F49-B800-94981862C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Building </a:t>
            </a:r>
            <a:r>
              <a:rPr lang="en-US" altLang="zh-CN" dirty="0"/>
              <a:t>the</a:t>
            </a:r>
            <a:r>
              <a:rPr lang="en-HK" dirty="0"/>
              <a:t> Scale Space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8AD365-CECA-CF48-83EC-E2F8C9B7EE76}"/>
              </a:ext>
            </a:extLst>
          </p:cNvPr>
          <p:cNvSpPr/>
          <p:nvPr/>
        </p:nvSpPr>
        <p:spPr>
          <a:xfrm>
            <a:off x="5105400" y="6488668"/>
            <a:ext cx="38579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Adapted from </a:t>
            </a:r>
            <a:r>
              <a:rPr lang="en-US" altLang="zh-CN" dirty="0"/>
              <a:t>IJCV</a:t>
            </a:r>
            <a:r>
              <a:rPr lang="zh-CN" altLang="en-US" dirty="0"/>
              <a:t> </a:t>
            </a:r>
            <a:r>
              <a:rPr lang="en-US" altLang="zh-CN" dirty="0"/>
              <a:t>2004</a:t>
            </a:r>
            <a:r>
              <a:rPr lang="en-US" dirty="0"/>
              <a:t> by David Lowe</a:t>
            </a:r>
          </a:p>
        </p:txBody>
      </p:sp>
      <p:pic>
        <p:nvPicPr>
          <p:cNvPr id="8" name="Picture 7" descr="Diagram&#10;&#10;Description automatically generated">
            <a:extLst>
              <a:ext uri="{FF2B5EF4-FFF2-40B4-BE49-F238E27FC236}">
                <a16:creationId xmlns:a16="http://schemas.microsoft.com/office/drawing/2014/main" id="{6DBAC562-D51A-2741-BAB0-880346E8F5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219200"/>
            <a:ext cx="7162800" cy="51397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600200" y="5989588"/>
                <a:ext cx="3778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200" y="5989588"/>
                <a:ext cx="377859" cy="36933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600199" y="5147975"/>
                <a:ext cx="5044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199" y="5147975"/>
                <a:ext cx="504497" cy="36933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536880" y="4645214"/>
                <a:ext cx="62305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6880" y="4645214"/>
                <a:ext cx="623056" cy="36933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567836" y="4109115"/>
                <a:ext cx="62305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7836" y="4109115"/>
                <a:ext cx="623056" cy="36933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1600199" y="3604394"/>
                <a:ext cx="62305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199" y="3604394"/>
                <a:ext cx="623056" cy="369332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2819400" y="3352800"/>
                <a:ext cx="68580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400" y="3352800"/>
                <a:ext cx="685800" cy="369332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4E90E2F-128A-25F5-A6F4-DB26FD840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945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C5DD2-F85D-4F49-B800-94981862C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Peak</a:t>
            </a:r>
            <a:r>
              <a:rPr lang="zh-CN" altLang="en-US" dirty="0"/>
              <a:t> </a:t>
            </a:r>
            <a:r>
              <a:rPr lang="en-US" altLang="zh-CN" dirty="0"/>
              <a:t>Detection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8AD365-CECA-CF48-83EC-E2F8C9B7EE76}"/>
              </a:ext>
            </a:extLst>
          </p:cNvPr>
          <p:cNvSpPr/>
          <p:nvPr/>
        </p:nvSpPr>
        <p:spPr>
          <a:xfrm>
            <a:off x="5105400" y="6488668"/>
            <a:ext cx="36596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Adapted from slide by </a:t>
            </a:r>
            <a:r>
              <a:rPr lang="en-HK" dirty="0"/>
              <a:t>Mubarak Shah</a:t>
            </a:r>
            <a:endParaRPr lang="en-US" dirty="0"/>
          </a:p>
        </p:txBody>
      </p:sp>
      <p:pic>
        <p:nvPicPr>
          <p:cNvPr id="9" name="Picture 8" descr="Diagram&#10;&#10;Description automatically generated">
            <a:extLst>
              <a:ext uri="{FF2B5EF4-FFF2-40B4-BE49-F238E27FC236}">
                <a16:creationId xmlns:a16="http://schemas.microsoft.com/office/drawing/2014/main" id="{6B9DE77F-F9BC-DC4A-8AB2-094140ECE27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905000"/>
            <a:ext cx="2231077" cy="2495660"/>
          </a:xfrm>
          <a:prstGeom prst="rect">
            <a:avLst/>
          </a:prstGeom>
        </p:spPr>
      </p:pic>
      <p:pic>
        <p:nvPicPr>
          <p:cNvPr id="11" name="Picture 10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2D9BA609-0BAA-B745-9930-74A15F5E77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2133600"/>
            <a:ext cx="4560225" cy="22098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9E99CF-F161-06C2-8D50-93CC3930A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423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C5DD2-F85D-4F49-B800-94981862C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Assignment of the Orientation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8AD365-CECA-CF48-83EC-E2F8C9B7EE76}"/>
              </a:ext>
            </a:extLst>
          </p:cNvPr>
          <p:cNvSpPr/>
          <p:nvPr/>
        </p:nvSpPr>
        <p:spPr>
          <a:xfrm>
            <a:off x="5105400" y="6488668"/>
            <a:ext cx="38579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Adapted from </a:t>
            </a:r>
            <a:r>
              <a:rPr lang="en-US" altLang="zh-CN" dirty="0"/>
              <a:t>IJCV</a:t>
            </a:r>
            <a:r>
              <a:rPr lang="zh-CN" altLang="en-US" dirty="0"/>
              <a:t> </a:t>
            </a:r>
            <a:r>
              <a:rPr lang="en-US" altLang="zh-CN" dirty="0"/>
              <a:t>2004</a:t>
            </a:r>
            <a:r>
              <a:rPr lang="en-US" dirty="0"/>
              <a:t> by David Lowe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429000"/>
            <a:ext cx="8305800" cy="120453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6400" y="4953000"/>
            <a:ext cx="5257800" cy="8763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2286000"/>
            <a:ext cx="6858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Compute the </a:t>
            </a:r>
            <a:r>
              <a:rPr lang="en-US" sz="2400" dirty="0">
                <a:solidFill>
                  <a:srgbClr val="C00000"/>
                </a:solidFill>
              </a:rPr>
              <a:t>gradient magnitude and direction </a:t>
            </a:r>
            <a:r>
              <a:rPr lang="en-US" sz="2400" dirty="0"/>
              <a:t>of each pixel/point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at the scale of the </a:t>
            </a:r>
            <a:r>
              <a:rPr lang="en-US" sz="2400" dirty="0" err="1"/>
              <a:t>keypoint</a:t>
            </a:r>
            <a:r>
              <a:rPr lang="en-US" sz="2400" dirty="0"/>
              <a:t>.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9CFF5E-246E-F9DA-F39A-8D36CDBCB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803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C5DD2-F85D-4F49-B800-94981862C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Assignment of the Orientation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8AD365-CECA-CF48-83EC-E2F8C9B7EE76}"/>
              </a:ext>
            </a:extLst>
          </p:cNvPr>
          <p:cNvSpPr/>
          <p:nvPr/>
        </p:nvSpPr>
        <p:spPr>
          <a:xfrm>
            <a:off x="5105400" y="6488668"/>
            <a:ext cx="38579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Adapted from </a:t>
            </a:r>
            <a:r>
              <a:rPr lang="en-US" altLang="zh-CN" dirty="0"/>
              <a:t>IJCV</a:t>
            </a:r>
            <a:r>
              <a:rPr lang="zh-CN" altLang="en-US" dirty="0"/>
              <a:t> </a:t>
            </a:r>
            <a:r>
              <a:rPr lang="en-US" altLang="zh-CN" dirty="0"/>
              <a:t>2004</a:t>
            </a:r>
            <a:r>
              <a:rPr lang="en-US" dirty="0"/>
              <a:t> by David Lowe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1905000"/>
            <a:ext cx="8761181" cy="43396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An orientation histogram is formed from the </a:t>
            </a:r>
            <a:r>
              <a:rPr lang="en-US" sz="2400" dirty="0">
                <a:solidFill>
                  <a:srgbClr val="C00000"/>
                </a:solidFill>
              </a:rPr>
              <a:t>gradient orientations </a:t>
            </a:r>
          </a:p>
          <a:p>
            <a:r>
              <a:rPr lang="en-US" sz="2400" dirty="0"/>
              <a:t>of the points within a region around the </a:t>
            </a:r>
            <a:r>
              <a:rPr lang="en-US" sz="2400" dirty="0" err="1"/>
              <a:t>keypoint</a:t>
            </a:r>
            <a:r>
              <a:rPr lang="en-US" sz="2400" dirty="0"/>
              <a:t>. 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orientation histogram has </a:t>
            </a:r>
            <a:r>
              <a:rPr lang="en-US" sz="2400" dirty="0">
                <a:solidFill>
                  <a:srgbClr val="C00000"/>
                </a:solidFill>
              </a:rPr>
              <a:t>8</a:t>
            </a:r>
            <a:r>
              <a:rPr lang="en-US" sz="2400" dirty="0"/>
              <a:t> bins covering the 360 degree </a:t>
            </a:r>
          </a:p>
          <a:p>
            <a:r>
              <a:rPr lang="en-US" sz="2400" dirty="0"/>
              <a:t>range of orientations, i.e., the size of each bin is 45 degrees.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samples added to the histogram is weighted by the </a:t>
            </a:r>
          </a:p>
          <a:p>
            <a:r>
              <a:rPr lang="en-US" sz="2400" dirty="0">
                <a:solidFill>
                  <a:srgbClr val="C00000"/>
                </a:solidFill>
              </a:rPr>
              <a:t>gradient magnitude</a:t>
            </a:r>
            <a:r>
              <a:rPr lang="en-US" sz="2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peak in the histogram represents the </a:t>
            </a:r>
            <a:r>
              <a:rPr lang="en-US" sz="2400" dirty="0">
                <a:solidFill>
                  <a:srgbClr val="C00000"/>
                </a:solidFill>
              </a:rPr>
              <a:t>dominant direction</a:t>
            </a:r>
            <a:r>
              <a:rPr lang="en-US" sz="2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E25A95-1890-AD24-CE72-9E1F6BA07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047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SIFT descriptor</a:t>
            </a:r>
          </a:p>
        </p:txBody>
      </p:sp>
      <p:pic>
        <p:nvPicPr>
          <p:cNvPr id="68611" name="Picture 4" descr="descrip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2971800"/>
            <a:ext cx="6580188" cy="3132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8612" name="Rectangle 4"/>
          <p:cNvSpPr txBox="1">
            <a:spLocks noChangeArrowheads="1"/>
          </p:cNvSpPr>
          <p:nvPr/>
        </p:nvSpPr>
        <p:spPr bwMode="auto">
          <a:xfrm>
            <a:off x="685800" y="1219200"/>
            <a:ext cx="8305800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dirty="0"/>
              <a:t>A quarter</a:t>
            </a:r>
            <a:r>
              <a:rPr lang="en-US" b="0" dirty="0"/>
              <a:t> version</a:t>
            </a:r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r>
              <a:rPr lang="en-US" sz="1800" b="0" dirty="0"/>
              <a:t>Divide the 8x8 window into a 2x2 grid of cells; each cell contains 4x4=16 pixels</a:t>
            </a:r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r>
              <a:rPr lang="en-US" sz="1800" b="0" dirty="0"/>
              <a:t>Compute</a:t>
            </a:r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r>
              <a:rPr lang="en-US" sz="1800" b="0" dirty="0"/>
              <a:t>Compute an orientation histogram (8 bins) for each cell </a:t>
            </a:r>
            <a:r>
              <a:rPr lang="en-US" dirty="0"/>
              <a:t>(weighted by the gradient magnitude) </a:t>
            </a:r>
            <a:endParaRPr lang="en-US" sz="1800" b="0" dirty="0"/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r>
              <a:rPr lang="en-US" sz="1800" b="0" dirty="0"/>
              <a:t>4 cells * 8 bins = 32 dimensional descriptor</a:t>
            </a:r>
          </a:p>
          <a:p>
            <a:pPr marL="742950" lvl="1" indent="-285750">
              <a:spcBef>
                <a:spcPct val="20000"/>
              </a:spcBef>
            </a:pPr>
            <a:endParaRPr lang="en-US" sz="1800" b="0" dirty="0"/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endParaRPr lang="en-US" sz="1800" b="0" dirty="0"/>
          </a:p>
        </p:txBody>
      </p:sp>
      <p:sp>
        <p:nvSpPr>
          <p:cNvPr id="6" name="Rectangle 14"/>
          <p:cNvSpPr>
            <a:spLocks noChangeArrowheads="1"/>
          </p:cNvSpPr>
          <p:nvPr/>
        </p:nvSpPr>
        <p:spPr bwMode="auto">
          <a:xfrm>
            <a:off x="6473589" y="6550223"/>
            <a:ext cx="2670411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b="0" dirty="0"/>
              <a:t>Adapted from slide by David Lowe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7442982-3910-F8C4-6127-662C4A467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2" name="Rectangle 4"/>
          <p:cNvSpPr txBox="1">
            <a:spLocks noChangeArrowheads="1"/>
          </p:cNvSpPr>
          <p:nvPr/>
        </p:nvSpPr>
        <p:spPr bwMode="auto">
          <a:xfrm>
            <a:off x="685800" y="1219200"/>
            <a:ext cx="8305800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b="0" dirty="0"/>
              <a:t>Full version</a:t>
            </a:r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r>
              <a:rPr lang="en-US" sz="1800" b="0" dirty="0"/>
              <a:t>Divide the 16x16 window into a 4x4 grid of cells; each cell contains 4x4=16 pixels</a:t>
            </a:r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r>
              <a:rPr lang="en-US" sz="1800" b="0" dirty="0"/>
              <a:t>Compute an orientation histogram (8 bins) for each cell </a:t>
            </a:r>
            <a:r>
              <a:rPr lang="en-US" dirty="0"/>
              <a:t>(weighted by the gradient magnitude) </a:t>
            </a:r>
            <a:endParaRPr lang="en-US" sz="1800" b="0" dirty="0"/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r>
              <a:rPr lang="en-US" sz="1800" b="0" dirty="0"/>
              <a:t>16 cells * 8 bins = 128 dimensional descriptor</a:t>
            </a:r>
          </a:p>
          <a:p>
            <a:pPr marL="742950" lvl="1" indent="-285750">
              <a:spcBef>
                <a:spcPct val="20000"/>
              </a:spcBef>
            </a:pPr>
            <a:endParaRPr lang="en-US" sz="1800" b="0" dirty="0"/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endParaRPr lang="en-US" sz="1800" b="0" dirty="0"/>
          </a:p>
        </p:txBody>
      </p:sp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SIFT descriptor</a:t>
            </a:r>
          </a:p>
        </p:txBody>
      </p:sp>
      <p:sp>
        <p:nvSpPr>
          <p:cNvPr id="6" name="Rectangle 14"/>
          <p:cNvSpPr>
            <a:spLocks noChangeArrowheads="1"/>
          </p:cNvSpPr>
          <p:nvPr/>
        </p:nvSpPr>
        <p:spPr bwMode="auto">
          <a:xfrm>
            <a:off x="6473589" y="6550223"/>
            <a:ext cx="2670411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b="0" dirty="0"/>
              <a:t>Adapted from slide by David Lowe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7442982-3910-F8C4-6127-662C4A467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593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itle 1"/>
          <p:cNvSpPr>
            <a:spLocks noGrp="1"/>
          </p:cNvSpPr>
          <p:nvPr>
            <p:ph type="title"/>
          </p:nvPr>
        </p:nvSpPr>
        <p:spPr>
          <a:xfrm>
            <a:off x="457200" y="-76200"/>
            <a:ext cx="8229600" cy="1143000"/>
          </a:xfrm>
        </p:spPr>
        <p:txBody>
          <a:bodyPr/>
          <a:lstStyle/>
          <a:p>
            <a:r>
              <a:rPr lang="en-US" dirty="0"/>
              <a:t>Properties of SIFT</a:t>
            </a:r>
          </a:p>
        </p:txBody>
      </p:sp>
      <p:sp>
        <p:nvSpPr>
          <p:cNvPr id="69635" name="Content Placeholder 2"/>
          <p:cNvSpPr>
            <a:spLocks noGrp="1"/>
          </p:cNvSpPr>
          <p:nvPr>
            <p:ph idx="1"/>
          </p:nvPr>
        </p:nvSpPr>
        <p:spPr>
          <a:xfrm>
            <a:off x="685800" y="990600"/>
            <a:ext cx="7772400" cy="2819400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sz="2400" dirty="0"/>
              <a:t>Robust matching technique</a:t>
            </a:r>
          </a:p>
          <a:p>
            <a:pPr lvl="1"/>
            <a:r>
              <a:rPr lang="en-US" sz="1800" dirty="0"/>
              <a:t>Can handle changes in viewpoint</a:t>
            </a:r>
          </a:p>
          <a:p>
            <a:pPr lvl="1"/>
            <a:r>
              <a:rPr lang="en-US" sz="1800" dirty="0"/>
              <a:t>Can handle significant changes in illumination</a:t>
            </a:r>
          </a:p>
          <a:p>
            <a:pPr lvl="1"/>
            <a:r>
              <a:rPr lang="en-US" sz="1800" dirty="0"/>
              <a:t>Fast and efficient—can run in real time</a:t>
            </a:r>
          </a:p>
          <a:p>
            <a:pPr lvl="1"/>
            <a:r>
              <a:rPr lang="en-US" sz="1800" dirty="0"/>
              <a:t>Lots of code available</a:t>
            </a:r>
          </a:p>
        </p:txBody>
      </p:sp>
      <p:pic>
        <p:nvPicPr>
          <p:cNvPr id="69636" name="Picture 2" descr="http://www.cs.washington.edu/homes/snavely/outgoing/test/1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" y="3487738"/>
            <a:ext cx="4495800" cy="337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9637" name="Picture 4" descr="http://www.cs.washington.edu/homes/snavely/outgoing/test/2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59313" y="3494088"/>
            <a:ext cx="4484687" cy="3363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5CF99F-EE6F-B345-0843-1DF63D78B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5410200" cy="5135563"/>
          </a:xfrm>
        </p:spPr>
        <p:txBody>
          <a:bodyPr/>
          <a:lstStyle/>
          <a:p>
            <a:endParaRPr lang="en-US" sz="2800" dirty="0"/>
          </a:p>
          <a:p>
            <a:r>
              <a:rPr lang="en-US" sz="2800" dirty="0" err="1"/>
              <a:t>Keypoint</a:t>
            </a:r>
            <a:r>
              <a:rPr lang="en-US" sz="2800" dirty="0"/>
              <a:t> detection:</a:t>
            </a:r>
          </a:p>
          <a:p>
            <a:pPr lvl="1"/>
            <a:r>
              <a:rPr lang="en-US" sz="2400" dirty="0"/>
              <a:t>Corners, blobs (stable regions)</a:t>
            </a:r>
          </a:p>
          <a:p>
            <a:pPr lvl="1"/>
            <a:r>
              <a:rPr lang="en-US" sz="2400" dirty="0"/>
              <a:t>Harris, </a:t>
            </a:r>
            <a:r>
              <a:rPr lang="en-US" sz="2400" dirty="0" err="1"/>
              <a:t>LoG</a:t>
            </a:r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Descriptors: robust and selective</a:t>
            </a:r>
          </a:p>
          <a:p>
            <a:pPr lvl="1"/>
            <a:r>
              <a:rPr lang="en-US" sz="2400" dirty="0"/>
              <a:t>histograms of orientation</a:t>
            </a:r>
          </a:p>
          <a:p>
            <a:pPr lvl="1"/>
            <a:r>
              <a:rPr lang="en-US" sz="2400" dirty="0"/>
              <a:t>SIFT and its variants are typically good for stitching and recognition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</p:txBody>
      </p:sp>
      <p:pic>
        <p:nvPicPr>
          <p:cNvPr id="74756" name="Picture 1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447800"/>
            <a:ext cx="2781300" cy="2090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19800" y="4495800"/>
            <a:ext cx="3124200" cy="1363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EE8C27-82F5-B850-C299-955849ED7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1322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76200"/>
            <a:ext cx="8991600" cy="762000"/>
          </a:xfrm>
        </p:spPr>
        <p:txBody>
          <a:bodyPr>
            <a:normAutofit/>
          </a:bodyPr>
          <a:lstStyle/>
          <a:p>
            <a:r>
              <a:rPr lang="en-US" dirty="0"/>
              <a:t>Which features match?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2466" name="Picture 2" descr="C:\Users\James\Dropbox\cs143 fall 2013\cs 143 fall 2013 projects\Local features\www\matche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" y="990600"/>
            <a:ext cx="8905875" cy="576262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80E03-5020-6A2D-5188-FC38C902F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435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Feature matching</a:t>
            </a:r>
          </a:p>
        </p:txBody>
      </p:sp>
      <p:sp>
        <p:nvSpPr>
          <p:cNvPr id="706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dirty="0"/>
              <a:t>Given a feature in I</a:t>
            </a:r>
            <a:r>
              <a:rPr lang="en-US" baseline="-25000" dirty="0"/>
              <a:t>1</a:t>
            </a:r>
            <a:r>
              <a:rPr lang="en-US" dirty="0"/>
              <a:t>, how to find the best match in I</a:t>
            </a:r>
            <a:r>
              <a:rPr lang="en-US" baseline="-25000" dirty="0"/>
              <a:t>2</a:t>
            </a:r>
            <a:r>
              <a:rPr lang="en-US" dirty="0"/>
              <a:t>?</a:t>
            </a:r>
          </a:p>
          <a:p>
            <a:pPr marL="914400" lvl="1" indent="-457200">
              <a:buFontTx/>
              <a:buAutoNum type="arabicPeriod"/>
            </a:pPr>
            <a:r>
              <a:rPr lang="en-US" dirty="0"/>
              <a:t>Define distance function that compares two descriptors</a:t>
            </a:r>
          </a:p>
          <a:p>
            <a:pPr marL="914400" lvl="1" indent="-457200">
              <a:buFontTx/>
              <a:buAutoNum type="arabicPeriod"/>
            </a:pPr>
            <a:r>
              <a:rPr lang="en-US" dirty="0"/>
              <a:t>Test all the features in I</a:t>
            </a:r>
            <a:r>
              <a:rPr lang="en-US" baseline="-25000" dirty="0"/>
              <a:t>2</a:t>
            </a:r>
            <a:r>
              <a:rPr lang="en-US" dirty="0"/>
              <a:t>, find the one with min distance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0D37FE-C33E-132B-8FA8-FAA22D6B4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9131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/>
              <a:t>Feature distance</a:t>
            </a:r>
          </a:p>
        </p:txBody>
      </p:sp>
      <p:sp>
        <p:nvSpPr>
          <p:cNvPr id="71683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686800" cy="5257800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sz="2800" dirty="0"/>
              <a:t>How to define the difference between two features </a:t>
            </a:r>
            <a:r>
              <a:rPr lang="en-US" sz="2800" i="1" dirty="0"/>
              <a:t>f</a:t>
            </a:r>
            <a:r>
              <a:rPr lang="en-US" sz="2800" baseline="-25000" dirty="0"/>
              <a:t>1</a:t>
            </a:r>
            <a:r>
              <a:rPr lang="en-US" sz="2800" dirty="0"/>
              <a:t>, </a:t>
            </a:r>
            <a:r>
              <a:rPr lang="en-US" sz="2800" i="1" dirty="0"/>
              <a:t>f</a:t>
            </a:r>
            <a:r>
              <a:rPr lang="en-US" sz="2800" baseline="-25000" dirty="0"/>
              <a:t>2</a:t>
            </a:r>
            <a:r>
              <a:rPr lang="en-US" sz="2800" dirty="0"/>
              <a:t>?</a:t>
            </a:r>
          </a:p>
          <a:p>
            <a:pPr marL="914400" lvl="1" indent="-457200"/>
            <a:r>
              <a:rPr lang="en-US" sz="2400" dirty="0"/>
              <a:t>Simple approach: L</a:t>
            </a:r>
            <a:r>
              <a:rPr lang="en-US" sz="2400" baseline="-25000" dirty="0"/>
              <a:t>2</a:t>
            </a:r>
            <a:r>
              <a:rPr lang="en-US" sz="2400" dirty="0"/>
              <a:t> distance, ||f</a:t>
            </a:r>
            <a:r>
              <a:rPr lang="en-US" sz="2400" baseline="-25000" dirty="0"/>
              <a:t>1</a:t>
            </a:r>
            <a:r>
              <a:rPr lang="en-US" sz="2400" dirty="0"/>
              <a:t> - f</a:t>
            </a:r>
            <a:r>
              <a:rPr lang="en-US" sz="2400" baseline="-25000" dirty="0"/>
              <a:t>2</a:t>
            </a:r>
            <a:r>
              <a:rPr lang="en-US" sz="2400" dirty="0"/>
              <a:t> ||</a:t>
            </a:r>
            <a:r>
              <a:rPr lang="en-US" sz="2400" baseline="30000" dirty="0"/>
              <a:t>2</a:t>
            </a:r>
            <a:r>
              <a:rPr lang="en-US" sz="2400" dirty="0"/>
              <a:t> (a.k.a. SSD)</a:t>
            </a:r>
            <a:endParaRPr lang="en-US" sz="1600" dirty="0"/>
          </a:p>
          <a:p>
            <a:pPr marL="914400" lvl="1" indent="-457200"/>
            <a:r>
              <a:rPr lang="en-US" sz="2400" dirty="0"/>
              <a:t>can give good scores to ambiguous (incorrect) matches </a:t>
            </a:r>
          </a:p>
        </p:txBody>
      </p:sp>
      <p:pic>
        <p:nvPicPr>
          <p:cNvPr id="71684" name="Picture 2" descr="http://www.canyonstatevinyl.com/images/Picket%20Fenc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775" y="3162300"/>
            <a:ext cx="4314825" cy="3238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685" name="Rectangle 4"/>
          <p:cNvSpPr>
            <a:spLocks noChangeArrowheads="1"/>
          </p:cNvSpPr>
          <p:nvPr/>
        </p:nvSpPr>
        <p:spPr bwMode="auto">
          <a:xfrm>
            <a:off x="1219200" y="4267200"/>
            <a:ext cx="304800" cy="304800"/>
          </a:xfrm>
          <a:prstGeom prst="rect">
            <a:avLst/>
          </a:prstGeom>
          <a:solidFill>
            <a:srgbClr val="00CC99">
              <a:alpha val="18039"/>
            </a:srgbClr>
          </a:solidFill>
          <a:ln w="28575">
            <a:solidFill>
              <a:srgbClr val="FFFF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71686" name="Picture 6" descr="http://www.canyonstatevinyl.com/images/Picket%20Fenc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00600" y="3162300"/>
            <a:ext cx="4314825" cy="3238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687" name="Rectangle 14"/>
          <p:cNvSpPr>
            <a:spLocks noChangeArrowheads="1"/>
          </p:cNvSpPr>
          <p:nvPr/>
        </p:nvSpPr>
        <p:spPr bwMode="auto">
          <a:xfrm>
            <a:off x="2239437" y="6400800"/>
            <a:ext cx="34977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b="0" i="1" dirty="0">
                <a:latin typeface="Arial" charset="0"/>
              </a:rPr>
              <a:t>I</a:t>
            </a:r>
            <a:r>
              <a:rPr lang="en-US" sz="2000" b="0" baseline="-25000" dirty="0">
                <a:latin typeface="Arial" charset="0"/>
              </a:rPr>
              <a:t>1</a:t>
            </a:r>
          </a:p>
        </p:txBody>
      </p:sp>
      <p:sp>
        <p:nvSpPr>
          <p:cNvPr id="71688" name="Rectangle 8"/>
          <p:cNvSpPr>
            <a:spLocks noChangeArrowheads="1"/>
          </p:cNvSpPr>
          <p:nvPr/>
        </p:nvSpPr>
        <p:spPr bwMode="auto">
          <a:xfrm>
            <a:off x="6736824" y="6400800"/>
            <a:ext cx="34977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b="0" i="1" dirty="0">
                <a:latin typeface="Arial" charset="0"/>
              </a:rPr>
              <a:t>I</a:t>
            </a:r>
            <a:r>
              <a:rPr lang="en-US" sz="2000" b="0" baseline="-25000" dirty="0">
                <a:latin typeface="Arial" charset="0"/>
              </a:rPr>
              <a:t>2</a:t>
            </a:r>
          </a:p>
        </p:txBody>
      </p:sp>
      <p:sp>
        <p:nvSpPr>
          <p:cNvPr id="71689" name="Rectangle 9"/>
          <p:cNvSpPr>
            <a:spLocks noChangeArrowheads="1"/>
          </p:cNvSpPr>
          <p:nvPr/>
        </p:nvSpPr>
        <p:spPr bwMode="auto">
          <a:xfrm>
            <a:off x="1219200" y="3543300"/>
            <a:ext cx="45085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 b="0">
                <a:solidFill>
                  <a:srgbClr val="FFFF00"/>
                </a:solidFill>
                <a:latin typeface="Arial" charset="0"/>
              </a:rPr>
              <a:t>f</a:t>
            </a:r>
            <a:r>
              <a:rPr lang="en-US" sz="3200" b="0" baseline="-25000">
                <a:solidFill>
                  <a:srgbClr val="FFFF00"/>
                </a:solidFill>
                <a:latin typeface="Arial" charset="0"/>
              </a:rPr>
              <a:t>1</a:t>
            </a:r>
          </a:p>
        </p:txBody>
      </p:sp>
      <p:sp>
        <p:nvSpPr>
          <p:cNvPr id="71690" name="Rectangle 10"/>
          <p:cNvSpPr>
            <a:spLocks noChangeArrowheads="1"/>
          </p:cNvSpPr>
          <p:nvPr/>
        </p:nvSpPr>
        <p:spPr bwMode="auto">
          <a:xfrm>
            <a:off x="8015288" y="4267200"/>
            <a:ext cx="304800" cy="304800"/>
          </a:xfrm>
          <a:prstGeom prst="rect">
            <a:avLst/>
          </a:prstGeom>
          <a:solidFill>
            <a:srgbClr val="00CC99">
              <a:alpha val="18039"/>
            </a:srgbClr>
          </a:solidFill>
          <a:ln w="28575">
            <a:solidFill>
              <a:srgbClr val="FFFF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691" name="Rectangle 11"/>
          <p:cNvSpPr>
            <a:spLocks noChangeArrowheads="1"/>
          </p:cNvSpPr>
          <p:nvPr/>
        </p:nvSpPr>
        <p:spPr bwMode="auto">
          <a:xfrm>
            <a:off x="8015288" y="3543300"/>
            <a:ext cx="45085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 b="0">
                <a:solidFill>
                  <a:srgbClr val="FFFF00"/>
                </a:solidFill>
                <a:latin typeface="Arial" charset="0"/>
              </a:rPr>
              <a:t>f</a:t>
            </a:r>
            <a:r>
              <a:rPr lang="en-US" sz="3200" b="0" baseline="-25000">
                <a:solidFill>
                  <a:srgbClr val="FFFF00"/>
                </a:solidFill>
                <a:latin typeface="Arial" charset="0"/>
              </a:rPr>
              <a:t>2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75D69F-B40B-ABCE-6AFA-AF36DC065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6102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8" name="Picture 2" descr="http://www.canyonstatevinyl.com/images/Picket%20Fenc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775" y="3162300"/>
            <a:ext cx="4314825" cy="3238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2709" name="Rectangle 6"/>
          <p:cNvSpPr>
            <a:spLocks noChangeArrowheads="1"/>
          </p:cNvSpPr>
          <p:nvPr/>
        </p:nvSpPr>
        <p:spPr bwMode="auto">
          <a:xfrm>
            <a:off x="1219200" y="4267200"/>
            <a:ext cx="304800" cy="304800"/>
          </a:xfrm>
          <a:prstGeom prst="rect">
            <a:avLst/>
          </a:prstGeom>
          <a:solidFill>
            <a:srgbClr val="00CC99">
              <a:alpha val="18039"/>
            </a:srgbClr>
          </a:solidFill>
          <a:ln w="28575">
            <a:solidFill>
              <a:srgbClr val="FFFF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72710" name="Picture 6" descr="http://www.canyonstatevinyl.com/images/Picket%20Fenc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00600" y="3162300"/>
            <a:ext cx="4314825" cy="3238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2713" name="Rectangle 9"/>
          <p:cNvSpPr>
            <a:spLocks noChangeArrowheads="1"/>
          </p:cNvSpPr>
          <p:nvPr/>
        </p:nvSpPr>
        <p:spPr bwMode="auto">
          <a:xfrm>
            <a:off x="1219200" y="3543300"/>
            <a:ext cx="45085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 b="0">
                <a:solidFill>
                  <a:srgbClr val="FFFF00"/>
                </a:solidFill>
                <a:latin typeface="Arial" charset="0"/>
              </a:rPr>
              <a:t>f</a:t>
            </a:r>
            <a:r>
              <a:rPr lang="en-US" sz="3200" b="0" baseline="-25000">
                <a:solidFill>
                  <a:srgbClr val="FFFF00"/>
                </a:solidFill>
                <a:latin typeface="Arial" charset="0"/>
              </a:rPr>
              <a:t>1</a:t>
            </a:r>
          </a:p>
        </p:txBody>
      </p:sp>
      <p:sp>
        <p:nvSpPr>
          <p:cNvPr id="72714" name="Rectangle 11"/>
          <p:cNvSpPr>
            <a:spLocks noChangeArrowheads="1"/>
          </p:cNvSpPr>
          <p:nvPr/>
        </p:nvSpPr>
        <p:spPr bwMode="auto">
          <a:xfrm>
            <a:off x="8015288" y="4267200"/>
            <a:ext cx="304800" cy="304800"/>
          </a:xfrm>
          <a:prstGeom prst="rect">
            <a:avLst/>
          </a:prstGeom>
          <a:solidFill>
            <a:srgbClr val="00CC99">
              <a:alpha val="18039"/>
            </a:srgbClr>
          </a:solidFill>
          <a:ln w="28575">
            <a:solidFill>
              <a:srgbClr val="FFFF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2715" name="Rectangle 11"/>
          <p:cNvSpPr>
            <a:spLocks noChangeArrowheads="1"/>
          </p:cNvSpPr>
          <p:nvPr/>
        </p:nvSpPr>
        <p:spPr bwMode="auto">
          <a:xfrm>
            <a:off x="8015288" y="3543300"/>
            <a:ext cx="45085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 b="0">
                <a:solidFill>
                  <a:srgbClr val="FFFF00"/>
                </a:solidFill>
                <a:latin typeface="Arial" charset="0"/>
              </a:rPr>
              <a:t>f</a:t>
            </a:r>
            <a:r>
              <a:rPr lang="en-US" sz="3200" b="0" baseline="-25000">
                <a:solidFill>
                  <a:srgbClr val="FFFF00"/>
                </a:solidFill>
                <a:latin typeface="Arial" charset="0"/>
              </a:rPr>
              <a:t>2</a:t>
            </a:r>
          </a:p>
        </p:txBody>
      </p:sp>
      <p:sp>
        <p:nvSpPr>
          <p:cNvPr id="72716" name="Rectangle 13"/>
          <p:cNvSpPr>
            <a:spLocks noChangeArrowheads="1"/>
          </p:cNvSpPr>
          <p:nvPr/>
        </p:nvSpPr>
        <p:spPr bwMode="auto">
          <a:xfrm>
            <a:off x="7216775" y="4267200"/>
            <a:ext cx="304800" cy="304800"/>
          </a:xfrm>
          <a:prstGeom prst="rect">
            <a:avLst/>
          </a:prstGeom>
          <a:solidFill>
            <a:srgbClr val="00CC99">
              <a:alpha val="18039"/>
            </a:srgbClr>
          </a:solidFill>
          <a:ln w="28575">
            <a:solidFill>
              <a:srgbClr val="FFFF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2717" name="Rectangle 13"/>
          <p:cNvSpPr>
            <a:spLocks noChangeArrowheads="1"/>
          </p:cNvSpPr>
          <p:nvPr/>
        </p:nvSpPr>
        <p:spPr bwMode="auto">
          <a:xfrm>
            <a:off x="7216775" y="3543300"/>
            <a:ext cx="798513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3200" b="0">
                <a:solidFill>
                  <a:srgbClr val="FFFF00"/>
                </a:solidFill>
                <a:latin typeface="Arial" charset="0"/>
              </a:rPr>
              <a:t>f</a:t>
            </a:r>
            <a:r>
              <a:rPr lang="en-US" sz="3200" b="0" baseline="-25000">
                <a:solidFill>
                  <a:srgbClr val="FFFF00"/>
                </a:solidFill>
                <a:latin typeface="Arial" charset="0"/>
              </a:rPr>
              <a:t>2</a:t>
            </a:r>
            <a:r>
              <a:rPr lang="en-US" sz="3200" b="0" baseline="30000">
                <a:solidFill>
                  <a:srgbClr val="FFFF00"/>
                </a:solidFill>
                <a:latin typeface="Arial" charset="0"/>
              </a:rPr>
              <a:t>'</a:t>
            </a: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457200" y="1524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Feature distance</a:t>
            </a: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381002" y="1076325"/>
            <a:ext cx="8686800" cy="525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How to define the difference between two features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</a:t>
            </a:r>
            <a:r>
              <a:rPr kumimoji="0" lang="en-US" sz="28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</a:t>
            </a:r>
            <a:r>
              <a:rPr kumimoji="0" lang="en-US" sz="28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?</a:t>
            </a: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000" dirty="0"/>
              <a:t>Better approach:  ratio distance = ||f</a:t>
            </a:r>
            <a:r>
              <a:rPr lang="en-US" sz="2000" baseline="-25000" dirty="0"/>
              <a:t>1</a:t>
            </a:r>
            <a:r>
              <a:rPr lang="en-US" sz="2000" dirty="0"/>
              <a:t> - f</a:t>
            </a:r>
            <a:r>
              <a:rPr lang="en-US" sz="2000" baseline="-25000" dirty="0"/>
              <a:t>2</a:t>
            </a:r>
            <a:r>
              <a:rPr lang="en-US" sz="2000" dirty="0"/>
              <a:t> ||</a:t>
            </a:r>
            <a:r>
              <a:rPr lang="en-US" sz="2000" baseline="30000" dirty="0"/>
              <a:t>2</a:t>
            </a:r>
            <a:r>
              <a:rPr lang="en-US" sz="2000" dirty="0"/>
              <a:t> / || f</a:t>
            </a:r>
            <a:r>
              <a:rPr lang="en-US" sz="2000" baseline="-25000" dirty="0"/>
              <a:t>1</a:t>
            </a:r>
            <a:r>
              <a:rPr lang="en-US" sz="2000" dirty="0"/>
              <a:t> - f</a:t>
            </a:r>
            <a:r>
              <a:rPr lang="en-US" sz="2000" baseline="-25000" dirty="0"/>
              <a:t>2</a:t>
            </a:r>
            <a:r>
              <a:rPr lang="en-US" sz="2000" dirty="0"/>
              <a:t>’ ||</a:t>
            </a:r>
            <a:r>
              <a:rPr lang="en-US" sz="2000" baseline="30000" dirty="0"/>
              <a:t>2</a:t>
            </a:r>
            <a:endParaRPr lang="en-US" sz="2000" dirty="0"/>
          </a:p>
          <a:p>
            <a:pPr marL="1257300" lvl="2" indent="-342900">
              <a:buFont typeface="Arial" pitchFamily="34" charset="0"/>
              <a:buChar char="•"/>
            </a:pPr>
            <a:r>
              <a:rPr lang="en-US" sz="2000" dirty="0"/>
              <a:t>f</a:t>
            </a:r>
            <a:r>
              <a:rPr lang="en-US" sz="2000" baseline="-25000" dirty="0"/>
              <a:t>2</a:t>
            </a:r>
            <a:r>
              <a:rPr lang="en-US" sz="2000" dirty="0"/>
              <a:t> is best SSD match to f</a:t>
            </a:r>
            <a:r>
              <a:rPr lang="en-US" sz="2000" baseline="-25000" dirty="0"/>
              <a:t>1</a:t>
            </a:r>
            <a:r>
              <a:rPr lang="en-US" sz="2000" dirty="0"/>
              <a:t> in I</a:t>
            </a:r>
            <a:r>
              <a:rPr lang="en-US" sz="2000" baseline="-25000" dirty="0"/>
              <a:t>2</a:t>
            </a:r>
            <a:endParaRPr lang="en-US" sz="2000" dirty="0"/>
          </a:p>
          <a:p>
            <a:pPr marL="1257300" lvl="2" indent="-342900">
              <a:buFont typeface="Arial" pitchFamily="34" charset="0"/>
              <a:buChar char="•"/>
            </a:pPr>
            <a:r>
              <a:rPr lang="en-US" sz="2000" dirty="0"/>
              <a:t>f</a:t>
            </a:r>
            <a:r>
              <a:rPr lang="en-US" sz="2000" baseline="-25000" dirty="0"/>
              <a:t>2</a:t>
            </a:r>
            <a:r>
              <a:rPr lang="en-US" sz="2000" dirty="0"/>
              <a:t>’  is  2</a:t>
            </a:r>
            <a:r>
              <a:rPr lang="en-US" sz="2000" baseline="30000" dirty="0"/>
              <a:t>nd</a:t>
            </a:r>
            <a:r>
              <a:rPr lang="en-US" sz="2000" dirty="0"/>
              <a:t> best SSD match to f</a:t>
            </a:r>
            <a:r>
              <a:rPr lang="en-US" sz="2000" baseline="-25000" dirty="0"/>
              <a:t>1</a:t>
            </a:r>
            <a:r>
              <a:rPr lang="en-US" sz="2000" dirty="0"/>
              <a:t> in I</a:t>
            </a:r>
            <a:r>
              <a:rPr lang="en-US" sz="2000" baseline="-25000" dirty="0"/>
              <a:t>2</a:t>
            </a:r>
          </a:p>
          <a:p>
            <a:pPr marL="1257300" lvl="2" indent="-342900">
              <a:buFont typeface="Arial" pitchFamily="34" charset="0"/>
              <a:buChar char="•"/>
            </a:pPr>
            <a:r>
              <a:rPr lang="en-US" sz="2000" dirty="0"/>
              <a:t>gives small values for ambiguous matches (such matching pairs should not be considered and need to be dropped)</a:t>
            </a:r>
            <a:endParaRPr lang="en-US" sz="2000" baseline="30000" dirty="0"/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2239437" y="6400800"/>
            <a:ext cx="34977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b="0" i="1" dirty="0">
                <a:latin typeface="Arial" charset="0"/>
              </a:rPr>
              <a:t>I</a:t>
            </a:r>
            <a:r>
              <a:rPr lang="en-US" sz="2000" b="0" baseline="-25000" dirty="0">
                <a:latin typeface="Arial" charset="0"/>
              </a:rPr>
              <a:t>1</a:t>
            </a:r>
          </a:p>
        </p:txBody>
      </p:sp>
      <p:sp>
        <p:nvSpPr>
          <p:cNvPr id="19" name="Rectangle 8"/>
          <p:cNvSpPr>
            <a:spLocks noChangeArrowheads="1"/>
          </p:cNvSpPr>
          <p:nvPr/>
        </p:nvSpPr>
        <p:spPr bwMode="auto">
          <a:xfrm>
            <a:off x="6736824" y="6400800"/>
            <a:ext cx="34977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b="0" i="1" dirty="0">
                <a:latin typeface="Arial" charset="0"/>
              </a:rPr>
              <a:t>I</a:t>
            </a:r>
            <a:r>
              <a:rPr lang="en-US" sz="2000" b="0" baseline="-25000" dirty="0">
                <a:latin typeface="Arial" charset="0"/>
              </a:rPr>
              <a:t>2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68F0B5F-7C8D-235B-53B3-7817F2B50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6331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matching example</a:t>
            </a:r>
          </a:p>
        </p:txBody>
      </p:sp>
      <p:pic>
        <p:nvPicPr>
          <p:cNvPr id="5" name="Picture 2" descr="C:\snavely\matlab\A2P3\search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19600" y="1828800"/>
            <a:ext cx="4267200" cy="370799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90600" y="1828800"/>
            <a:ext cx="2590800" cy="3938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1334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2400" y="1828800"/>
            <a:ext cx="8534400" cy="39230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1301138" y="5867400"/>
            <a:ext cx="69910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51 matches (</a:t>
            </a:r>
            <a:r>
              <a:rPr lang="en-US" sz="2000" b="1" dirty="0" err="1"/>
              <a:t>thresholded</a:t>
            </a:r>
            <a:r>
              <a:rPr lang="en-US" sz="2000" b="1" dirty="0"/>
              <a:t> by ratio score)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689591-A584-5A03-3EE2-C8BA6B18E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1154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matching example</a:t>
            </a:r>
          </a:p>
        </p:txBody>
      </p:sp>
      <p:pic>
        <p:nvPicPr>
          <p:cNvPr id="4" name="Picture 2" descr="C:\snavely\matlab\A2P3\search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19600" y="1828800"/>
            <a:ext cx="4267200" cy="370799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14370" name="Picture 2" descr="C:\snavely\matlab\A2P3\template2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86077" y="1828801"/>
            <a:ext cx="2406865" cy="3429000"/>
          </a:xfrm>
          <a:prstGeom prst="rect">
            <a:avLst/>
          </a:prstGeom>
          <a:noFill/>
        </p:spPr>
      </p:pic>
      <p:pic>
        <p:nvPicPr>
          <p:cNvPr id="31437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2400" y="1828800"/>
            <a:ext cx="8534400" cy="37079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1301138" y="5867400"/>
            <a:ext cx="69910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58 matches (</a:t>
            </a:r>
            <a:r>
              <a:rPr lang="en-US" sz="2000" b="1" dirty="0" err="1"/>
              <a:t>thresholded</a:t>
            </a:r>
            <a:r>
              <a:rPr lang="en-US" sz="2000" b="1" dirty="0"/>
              <a:t> by ratio score)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2A8223-09A0-36B9-F300-2091CA9D1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3360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1">
  <a:themeElements>
    <a:clrScheme name="custom1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custom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custom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12849</TotalTime>
  <Words>687</Words>
  <Application>Microsoft Office PowerPoint</Application>
  <PresentationFormat>On-screen Show (4:3)</PresentationFormat>
  <Paragraphs>127</Paragraphs>
  <Slides>18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Cambria Math</vt:lpstr>
      <vt:lpstr>Times New Roman</vt:lpstr>
      <vt:lpstr>Wingdings</vt:lpstr>
      <vt:lpstr>Office Theme</vt:lpstr>
      <vt:lpstr>custom1</vt:lpstr>
      <vt:lpstr> CS 5187: Vision and Image Lecture 6-1 Scale Invariant Feature Transform (SIFT)</vt:lpstr>
      <vt:lpstr>LoG-DoG (Difference of Gaussian) </vt:lpstr>
      <vt:lpstr>LoG-DoG (Difference of Gaussian) </vt:lpstr>
      <vt:lpstr>Scale Invariant Feature Transform</vt:lpstr>
      <vt:lpstr>Building the Scale Space</vt:lpstr>
      <vt:lpstr>Peak Detection</vt:lpstr>
      <vt:lpstr>Assignment of the Orientation</vt:lpstr>
      <vt:lpstr>Assignment of the Orientation</vt:lpstr>
      <vt:lpstr>SIFT descriptor</vt:lpstr>
      <vt:lpstr>SIFT descriptor</vt:lpstr>
      <vt:lpstr>Properties of SIFT</vt:lpstr>
      <vt:lpstr>Summary</vt:lpstr>
      <vt:lpstr>Which features match?</vt:lpstr>
      <vt:lpstr>Feature matching</vt:lpstr>
      <vt:lpstr>Feature distance</vt:lpstr>
      <vt:lpstr>PowerPoint Presentation</vt:lpstr>
      <vt:lpstr>Feature matching example</vt:lpstr>
      <vt:lpstr>Feature matching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1: Images and image filtering</dc:title>
  <dc:creator>Noah Snavely</dc:creator>
  <cp:lastModifiedBy>Prof. WU Dapeng</cp:lastModifiedBy>
  <cp:revision>508</cp:revision>
  <dcterms:created xsi:type="dcterms:W3CDTF">2009-08-25T02:47:59Z</dcterms:created>
  <dcterms:modified xsi:type="dcterms:W3CDTF">2025-10-04T10:38:11Z</dcterms:modified>
</cp:coreProperties>
</file>