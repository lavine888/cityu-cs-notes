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751" autoAdjust="0"/>
  </p:normalViewPr>
  <p:slideViewPr>
    <p:cSldViewPr snapToGrid="0" snapToObjects="1" showGuides="1">
      <p:cViewPr varScale="1">
        <p:scale>
          <a:sx n="50" d="100"/>
          <a:sy n="50" d="100"/>
        </p:scale>
        <p:origin x="2386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09EC8-B8FE-4B4F-88AF-6AA684AC4C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2E8F8-7859-46C2-9D20-08FDE81B16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2E8F8-7859-46C2-9D20-08FDE81B16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2E8F8-7859-46C2-9D20-08FDE81B16B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Developed a preprocessing pipeline that converts multiple mathematics benchmarks into a unified JSONL format</a:t>
            </a:r>
            <a:endParaRPr dirty="0"/>
          </a:p>
          <a:p>
            <a:pPr lvl="1"/>
            <a:r>
              <a:rPr dirty="0"/>
              <a:t>Integrates GSM8K, Hendrycks MATH, MATH-500, and AIME 2024 datasets</a:t>
            </a:r>
            <a:endParaRPr dirty="0"/>
          </a:p>
          <a:p>
            <a:pPr lvl="1"/>
            <a:r>
              <a:rPr dirty="0"/>
              <a:t>Produces timestamped outputs to ensure </a:t>
            </a:r>
            <a:r>
              <a:rPr lang="en-US" dirty="0"/>
              <a:t>the latest results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execution through both a command-line script and a Jupyter notebook</a:t>
            </a:r>
          </a:p>
          <a:p>
            <a:pPr lvl="1"/>
            <a:r>
              <a:t>Both modes follow identical preprocessing logic</a:t>
            </a:r>
          </a:p>
          <a:p>
            <a:pPr lvl="1"/>
            <a:r>
              <a:t>Allows full execution or step-by-step inspection of the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Applies helper functions to standardize numeric answers</a:t>
            </a:r>
          </a:p>
          <a:p>
            <a:pPr lvl="1"/>
            <a:r>
              <a:t>Recovers final answers from solution text and LaTeX boxed formats</a:t>
            </a:r>
          </a:p>
          <a:p>
            <a:pPr lvl="1"/>
            <a:r>
              <a:t>Handles common inconsistencies such as spacing and number separators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Processes GSM8K, Hendrycks MATH, and MATH-500 using dedicated functions</a:t>
            </a:r>
            <a:endParaRPr dirty="0"/>
          </a:p>
          <a:p>
            <a:pPr lvl="1"/>
            <a:r>
              <a:rPr dirty="0"/>
              <a:t>Assigns consistent subject and difficulty tags where applicable</a:t>
            </a:r>
            <a:endParaRPr dirty="0"/>
          </a:p>
          <a:p>
            <a:pPr lvl="1"/>
            <a:r>
              <a:rPr dirty="0"/>
              <a:t>Handles AIME 2024 via local CSV input due to </a:t>
            </a:r>
            <a:r>
              <a:rPr dirty="0" err="1"/>
              <a:t>AoPS</a:t>
            </a:r>
            <a:r>
              <a:rPr dirty="0"/>
              <a:t> access restrictions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a consistent and repeatable preprocessing workflow</a:t>
            </a:r>
          </a:p>
          <a:p>
            <a:pPr lvl="1"/>
            <a:r>
              <a:t>Unifies multiple public math benchmarks under a single schema</a:t>
            </a:r>
          </a:p>
          <a:p>
            <a:pPr lvl="1"/>
            <a:r>
              <a:t>Ensures completeness while respecting anti-scraping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WPS 演示</Application>
  <PresentationFormat>On-screen Show (4:3)</PresentationFormat>
  <Paragraphs>30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Aptos</vt:lpstr>
      <vt:lpstr>Segoe UI</vt:lpstr>
      <vt:lpstr>等线</vt:lpstr>
      <vt:lpstr>Office Theme</vt:lpstr>
      <vt:lpstr>Overview</vt:lpstr>
      <vt:lpstr>Pipeline Structure</vt:lpstr>
      <vt:lpstr>Answer Normalization</vt:lpstr>
      <vt:lpstr>Dataset Handling</vt:lpstr>
      <vt:lpstr>Result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Xyy</cp:lastModifiedBy>
  <cp:revision>4</cp:revision>
  <dcterms:created xsi:type="dcterms:W3CDTF">2013-01-27T09:14:00Z</dcterms:created>
  <dcterms:modified xsi:type="dcterms:W3CDTF">2026-04-14T15:34:54Z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BAA46FDD955B49D49DDB8E111BC78B46_13</vt:lpwstr>
  </property>
  <property fmtid="{D5CDD505-2E9C-101B-9397-08002B2CF9AE}" pid="3" name="KSOProductBuildVer">
    <vt:lpwstr>2052-12.1.0.25225</vt:lpwstr>
  </property>
</Properties>
</file>