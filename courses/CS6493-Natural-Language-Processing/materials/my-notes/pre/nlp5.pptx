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3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28832" y="219456"/>
            <a:ext cx="402336" cy="402336"/>
          </a:xfrm>
          <a:prstGeom prst="ellipse">
            <a:avLst/>
          </a:prstGeom>
          <a:solidFill>
            <a:srgbClr val="D9EEEA">
              <a:alpha val="88000"/>
            </a:srgbClr>
          </a:solidFill>
          <a:ln w="12700">
            <a:solidFill>
              <a:srgbClr val="D9EE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181344"/>
            <a:ext cx="438912" cy="438912"/>
          </a:xfrm>
          <a:prstGeom prst="ellipse">
            <a:avLst/>
          </a:prstGeom>
          <a:solidFill>
            <a:srgbClr val="F6E7D5">
              <a:alpha val="90000"/>
            </a:srgbClr>
          </a:solidFill>
          <a:ln w="12700">
            <a:solidFill>
              <a:srgbClr val="F6E7D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566928"/>
            <a:ext cx="10149840" cy="0"/>
          </a:xfrm>
          <a:prstGeom prst="line">
            <a:avLst/>
          </a:prstGeom>
          <a:noFill/>
          <a:ln w="2032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694944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5E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950975"/>
            <a:ext cx="6400800" cy="488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AIME 2024 High‑Difficulty Experiment Setup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018520" y="6419088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3347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928681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 &amp;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42416" y="3373096"/>
            <a:ext cx="2084832" cy="11989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Dataset: 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AIME 2024 (15 problems, three‑digit integer answers)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Models: 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Qwen2.5‑Math‑1.5B, DeepSeek‑R1‑Distill‑Qwen‑1.5B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2239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3133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21608" y="29077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Prompting Methods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28968" y="3392425"/>
            <a:ext cx="2223087" cy="11795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Chain‑of‑Thought (</a:t>
            </a:r>
            <a:r>
              <a:rPr lang="en-US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CoT</a:t>
            </a: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) – step‑by‑step reasoning</a:t>
            </a: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Least‑to‑Most (</a:t>
            </a:r>
            <a:r>
              <a:rPr lang="en-US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LtM</a:t>
            </a: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) – decompose into subproblems</a:t>
            </a: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Self‑Consistency (SC, k=5) – majority vote over 5 samples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11312" y="2907792"/>
            <a:ext cx="960120" cy="0"/>
          </a:xfrm>
          <a:prstGeom prst="line">
            <a:avLst/>
          </a:prstGeom>
          <a:noFill/>
          <a:ln w="15240">
            <a:solidFill>
              <a:srgbClr val="D7D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823799"/>
            <a:ext cx="3048000" cy="414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Execution Environment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620256" y="3432984"/>
            <a:ext cx="2084832" cy="10984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Google </a:t>
            </a:r>
            <a:r>
              <a:rPr lang="en-US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Colab</a:t>
            </a: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(Tesla T4, 16GB)</a:t>
            </a: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Generation parameters: </a:t>
            </a:r>
            <a:r>
              <a:rPr lang="en-US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max_new_tokens</a:t>
            </a: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=512, temperature=0.7, </a:t>
            </a:r>
            <a:r>
              <a:rPr lang="en-US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top_p</a:t>
            </a: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=0.9</a:t>
            </a: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Unified interface via prompt.py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81160" y="2523744"/>
            <a:ext cx="658368" cy="658368"/>
          </a:xfrm>
          <a:prstGeom prst="ellipse">
            <a:avLst/>
          </a:prstGeom>
          <a:solidFill>
            <a:srgbClr val="D9EEEA"/>
          </a:solidFill>
          <a:ln w="12700">
            <a:solidFill>
              <a:srgbClr val="D9EE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09176" y="2715768"/>
            <a:ext cx="3840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9720" y="3310128"/>
            <a:ext cx="24871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DDD4"/>
            </a:solidFill>
            <a:prstDash val="solid"/>
          </a:ln>
          <a:effectLst>
            <a:outerShdw blurRad="19050" dist="12700" dir="2700000" algn="bl" rotWithShape="0">
              <a:srgbClr val="9AA5A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281160" y="2928681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500" dirty="0">
                <a:solidFill>
                  <a:srgbClr val="1721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Output Records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409176" y="3402156"/>
            <a:ext cx="2150710" cy="12761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Each record contains: 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raw_output</a:t>
            </a: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(full generation), </a:t>
            </a:r>
            <a:r>
              <a:rPr lang="en-US" altLang="zh-CN" sz="1050" dirty="0" err="1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final_answer</a:t>
            </a: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(simple regex extraction), status, generation time, etc.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r>
              <a:rPr lang="en-US" altLang="zh-CN" sz="10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Saved as JSONL files.</a:t>
            </a: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  <a:p>
            <a:pPr marL="0" indent="0">
              <a:buNone/>
            </a:pPr>
            <a:endParaRPr lang="en-US" altLang="zh-CN" sz="1050" dirty="0">
              <a:solidFill>
                <a:srgbClr val="6B7280"/>
              </a:solidFill>
              <a:latin typeface="PingFang SC" pitchFamily="34" charset="0"/>
              <a:ea typeface="PingFang SC" pitchFamily="34" charset="-122"/>
              <a:cs typeface="PingFang SC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WPS 演示</Application>
  <PresentationFormat>宽屏</PresentationFormat>
  <Paragraphs>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PingFang SC</vt:lpstr>
      <vt:lpstr>Segoe Print</vt:lpstr>
      <vt:lpstr>PingFang SC</vt:lpstr>
      <vt:lpstr>PingFang SC</vt:lpstr>
      <vt:lpstr>Aptos</vt:lpstr>
      <vt:lpstr>Aptos</vt:lpstr>
      <vt:lpstr>Aptos</vt:lpstr>
      <vt:lpstr>Segoe UI</vt:lpstr>
      <vt:lpstr>微软雅黑</vt:lpstr>
      <vt:lpstr>Arial Unicode MS</vt:lpstr>
      <vt:lpstr>等线</vt:lpstr>
      <vt:lpstr>MingLiU-ExtB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期末汇报模板_简洁版</dc:title>
  <dc:creator>OpenAI Codex</dc:creator>
  <dc:subject>期末汇报PPT模板</dc:subject>
  <cp:lastModifiedBy>Xyy</cp:lastModifiedBy>
  <cp:revision>6</cp:revision>
  <dcterms:created xsi:type="dcterms:W3CDTF">2026-04-11T10:37:00Z</dcterms:created>
  <dcterms:modified xsi:type="dcterms:W3CDTF">2026-04-14T15:37:12Z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F8A3B9905FF64F5B9EF3FBD3F7D82A60_13</vt:lpwstr>
  </property>
  <property fmtid="{D5CDD505-2E9C-101B-9397-08002B2CF9AE}" pid="3" name="KSOProductBuildVer">
    <vt:lpwstr>2052-12.1.0.25225</vt:lpwstr>
  </property>
</Properties>
</file>