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4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78611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结果验证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Shape 27"/>
          <p:cNvSpPr/>
          <p:nvPr>
            <p:custDataLst>
              <p:tags r:id="rId1"/>
            </p:custDataLst>
          </p:nvPr>
        </p:nvSpPr>
        <p:spPr>
          <a:xfrm>
            <a:off x="713105" y="1373505"/>
            <a:ext cx="10963910" cy="328993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  <p:txBody>
          <a:bodyPr/>
          <a:p>
            <a:r>
              <a:rPr lang="en-US" altLang="zh-CN" sz="1600"/>
              <a:t>We tested two models on the AIME dataset: DeepSeek-R1-Distill-Qwen-1.5B and Qwen2.5-Math-1.5B, with a total of 45 questions.</a:t>
            </a:r>
            <a:endParaRPr lang="en-US" altLang="zh-CN" sz="1600"/>
          </a:p>
          <a:p>
            <a:r>
              <a:rPr lang="en-US" altLang="zh-CN" sz="1600"/>
              <a:t>Overall accuracy: 0% for DeepSeek and only 2.22% for Qwen2.5-Math, showing generally low performance.</a:t>
            </a:r>
            <a:endParaRPr lang="en-US" altLang="zh-CN" sz="1600"/>
          </a:p>
          <a:p>
            <a:r>
              <a:rPr lang="en-US" altLang="zh-CN" sz="1600"/>
              <a:t>Response length: Both models averaged about 5,000–6,000 characters and 400–1,000 words, with overly long outputs.</a:t>
            </a:r>
            <a:endParaRPr lang="en-US" altLang="zh-CN" sz="1600"/>
          </a:p>
          <a:p>
            <a:r>
              <a:rPr lang="en-US" altLang="zh-CN" sz="1600"/>
              <a:t>Error distribution: DeepSeek mainly suffered from format/noise issues and no extractable answer; Qwen2.5-Math was dominated by format/noise issues and reasoning/calculation errors, with minor template residue.</a:t>
            </a:r>
            <a:endParaRPr lang="en-US" altLang="zh-CN" sz="1600"/>
          </a:p>
          <a:p>
            <a:r>
              <a:rPr lang="en-US" altLang="zh-CN" sz="1600"/>
              <a:t>Extraction method: Most answers were extracted from the last number at the tail, while standard boxed answers accounted for a small proportion.</a:t>
            </a:r>
            <a:endParaRPr lang="en-US" altLang="zh-CN" sz="1600"/>
          </a:p>
          <a:p>
            <a:r>
              <a:rPr lang="en-US" altLang="zh-CN" sz="1600"/>
              <a:t>Method comparison: The sc method performed slightly better than cot and ltm; Qwen2.5-Math only got 1 correct answer using sc.</a:t>
            </a:r>
            <a:endParaRPr lang="en-US" altLang="zh-CN" sz="1600"/>
          </a:p>
        </p:txBody>
      </p:sp>
      <p:sp>
        <p:nvSpPr>
          <p:cNvPr id="32" name="Shape 30"/>
          <p:cNvSpPr/>
          <p:nvPr/>
        </p:nvSpPr>
        <p:spPr>
          <a:xfrm>
            <a:off x="713740" y="4871085"/>
            <a:ext cx="11100435" cy="1109345"/>
          </a:xfrm>
          <a:prstGeom prst="roundRect">
            <a:avLst>
              <a:gd name="adj" fmla="val 9524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  <p:txBody>
          <a:bodyPr/>
          <a:p>
            <a:r>
              <a:rPr lang="en-US" altLang="zh-CN"/>
              <a:t>Core issues: non-standard answer output, weak reasoning and calculation, and low extraction robustness. I think we can improve extraction rules and model output formatting to boost accuracy.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05,&quot;left&quot;:56.15,&quot;top&quot;:108.15,&quot;width&quot;:863.3}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WPS 演示</Application>
  <PresentationFormat>On-screen Show (16:9)</PresentationFormat>
  <Paragraphs>16</Paragraphs>
  <Slides>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PingFang SC</vt:lpstr>
      <vt:lpstr>Segoe Print</vt:lpstr>
      <vt:lpstr>PingFang SC</vt:lpstr>
      <vt:lpstr>PingFang SC</vt:lpstr>
      <vt:lpstr>Aptos</vt:lpstr>
      <vt:lpstr>Aptos</vt:lpstr>
      <vt:lpstr>Aptos</vt:lpstr>
      <vt:lpstr>Segoe UI</vt:lpstr>
      <vt:lpstr>微软雅黑</vt:lpstr>
      <vt:lpstr>Arial Unicode MS</vt:lpstr>
      <vt:lpstr>等线</vt:lpstr>
      <vt:lpstr>MingLiU-ExtB</vt:lpstr>
      <vt:lpstr>1_Office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期末汇报模板_简洁版</dc:title>
  <dc:creator>OpenAI Codex</dc:creator>
  <dc:subject>期末汇报PPT模板</dc:subject>
  <cp:lastModifiedBy>Xyy</cp:lastModifiedBy>
  <cp:revision>3</cp:revision>
  <dcterms:created xsi:type="dcterms:W3CDTF">2026-04-11T10:37:00Z</dcterms:created>
  <dcterms:modified xsi:type="dcterms:W3CDTF">2026-04-14T15:38:18Z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4FE69615AEBD477EA61C7A7EA03AE5AE_13</vt:lpwstr>
  </property>
</Properties>
</file>