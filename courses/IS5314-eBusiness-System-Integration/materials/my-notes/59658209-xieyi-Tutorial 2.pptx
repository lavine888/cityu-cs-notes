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ink/ink1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17" r:id="rId3"/>
    <p:sldId id="419" r:id="rId4"/>
    <p:sldId id="420" r:id="rId5"/>
    <p:sldId id="421" r:id="rId6"/>
    <p:sldId id="422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8" userDrawn="1">
          <p15:clr>
            <a:srgbClr val="A4A3A4"/>
          </p15:clr>
        </p15:guide>
        <p15:guide id="2" pos="382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088"/>
        <p:guide pos="382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68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5-02-18T15:57:20"/>
    </inkml:context>
    <inkml:brush xml:id="br0">
      <inkml:brushProperty name="width" value="0.09701" units="cm"/>
      <inkml:brushProperty name="height" value="0.09701" units="cm"/>
      <inkml:brushProperty name="color" value="#1b7ccb"/>
      <inkml:brushProperty name="ignorePressure" value="0"/>
    </inkml:brush>
  </inkml:definitions>
  <inkml:trace contextRef="#ctx0" brushRef="#br0">191.639 272.170 767</inkml:trace>
</inkml:ink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63.xml"/><Relationship Id="rId2" Type="http://schemas.openxmlformats.org/officeDocument/2006/relationships/image" Target="../media/image1.png"/><Relationship Id="rId1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5" name="墨迹 4"/>
              <p14:cNvContentPartPr/>
              <p14:nvPr/>
            </p14:nvContentPartPr>
            <p14:xfrm>
              <a:off x="121920" y="173355"/>
              <a:ext cx="635" cy="635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2"/>
            </p:blipFill>
            <p:spPr>
              <a:xfrm>
                <a:off x="121920" y="173355"/>
                <a:ext cx="635" cy="635"/>
              </a:xfrm>
              <a:prstGeom prst="rect"/>
            </p:spPr>
          </p:pic>
        </mc:Fallback>
      </mc:AlternateContent>
      <p:sp>
        <p:nvSpPr>
          <p:cNvPr id="2" name="文本框 1"/>
          <p:cNvSpPr txBox="1"/>
          <p:nvPr/>
        </p:nvSpPr>
        <p:spPr>
          <a:xfrm>
            <a:off x="338455" y="255905"/>
            <a:ext cx="1145349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 What type of network effects does RideNow rely on most?</a:t>
            </a:r>
            <a:endParaRPr lang="en-US" altLang="zh-CN"/>
          </a:p>
          <a:p>
            <a:r>
              <a:rPr lang="en-US" altLang="zh-CN"/>
              <a:t>RideNow primarily relies on indirect (cross-side) network effects.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a)Driver side: As the number of riders increases, drivers see more income opportunities, making the platform more valuable to them.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b)Rider side: As the number of drivers increases, wait times decrease and service reliability improves, making the platform more attractive to riders.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c)The business functions as a two-sided platform where the value for one group depends on the growth of the other.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68655" y="243840"/>
            <a:ext cx="906780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 Why is early-stage growth difficult for platform businesses?</a:t>
            </a:r>
            <a:endParaRPr lang="en-US" altLang="zh-CN"/>
          </a:p>
          <a:p>
            <a:r>
              <a:rPr lang="en-US" altLang="zh-CN"/>
              <a:t>Early growth is difficult due to the "chicken-and-egg problem".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a)Interdependence: Riders won't join without enough drivers (due to long waits), and drivers won't join without enough riders (due to low earnings).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b)Initial Friction: Launching requires reaching a "critical mass" where the network becomes self-sustaining, which often requires significant upfront investment.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c)High Costs: To overcome this, the platform must spend heavily on subsidies (guaranteed earnings for drivers and discounts for riders) to jumpstart activity on both sides.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68655" y="91440"/>
            <a:ext cx="10893425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 What risks arise if the platform over-subsidizes one side?</a:t>
            </a:r>
            <a:endParaRPr lang="en-US" altLang="zh-CN"/>
          </a:p>
          <a:p>
            <a:r>
              <a:rPr lang="en-US" altLang="zh-CN"/>
              <a:t>While subsidies are necessary at launch, over-subsidizing can lead to several risks: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a)Sustainability Issues: High burn rates on subsidies can lead to financial instability if the platform cannot eventually transition to organic growth.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b)Low Loyalty: Users (especially riders) may only stay for the discounts; once subsidies are removed, they may churn or switch to competitors.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c)Imbalance: If one side grows too large without the other (e.g., too many drivers for too few riders), the "guaranteed earnings" become too expensive for the company to maintain.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d)Quality Degradation: Over-focusing on quantity (numbers) through subsidies might lead to a drop in service quality or driver vetting.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5610" y="142240"/>
            <a:ext cx="1105598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4. How can RideNow defend its network effects against competitors?</a:t>
            </a:r>
            <a:endParaRPr lang="en-US" altLang="zh-CN"/>
          </a:p>
          <a:p>
            <a:r>
              <a:rPr lang="en-US" altLang="zh-CN"/>
              <a:t>To maintain its competitive advantage, RideNow can use several strategies: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a)Switching Costs: Implement loyalty programs or exclusive features that make it "costly" or inconvenient for users to move to a new entrant.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b)Data Dominance: Use data gathered from rides to optimize dispatching algorithms, further reducing wait times beyond what a new competitor could offer.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c)Service Quality &amp; Governance: Maintaining high standards for safety and reliability ensures that the platform remains the preferred choice regardless of price.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d)Niche Features: Offer specialized services (e.g., scheduled rides, premium vehicles) that cater to specific user needs better than a generic competitor.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46735" y="324485"/>
            <a:ext cx="978852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5. Can network effects become negative? How?</a:t>
            </a:r>
            <a:endParaRPr lang="en-US" altLang="zh-CN"/>
          </a:p>
          <a:p>
            <a:r>
              <a:rPr lang="en-US" altLang="zh-CN"/>
              <a:t>Yes, network effects can become negative (often called network congestion). This happens when: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a)Oversaturation: Too many drivers in a small area can lead to lower earnings per driver, causing frustration and platform exit.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b)Congestion: On the rider side, too many users during peak times can lead to surge pricing or long wait times if the driver supply cannot keep up.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c)Degradation of Quality: As the platform scales rapidly, it may become harder to monitor driver behavior or vehicle safety, leading to a poorer user experience.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d)Noise: In some platforms, too many participants make it harder to find a quality match (though in ride-hailing, this is usually managed by the app's algorithm).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COMMONDATA" val="eyJoZGlkIjoiYjAwODA5NzcyNGJhZjhkNTA4NWRhZjViMGM0YTAzOGIifQ=="/>
  <p:tag name="KSO_WPP_MARK_KEY" val="21373e6e-748c-48d0-a945-fe7ba777a780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3362</Words>
  <Application>WPS 演示</Application>
  <PresentationFormat>宽屏</PresentationFormat>
  <Paragraphs>61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Xyy</cp:lastModifiedBy>
  <cp:revision>238</cp:revision>
  <dcterms:created xsi:type="dcterms:W3CDTF">2019-06-19T02:08:00Z</dcterms:created>
  <dcterms:modified xsi:type="dcterms:W3CDTF">2026-02-09T08:12:15Z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02BDA83E3DB34B69B78E9A6721A1E54D_13</vt:lpwstr>
  </property>
</Properties>
</file>